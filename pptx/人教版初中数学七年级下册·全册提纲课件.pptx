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七年级下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 ｜ 2022年版课程标准修订（2025 年起八年级推进同批教材）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在用教材：2025 年秋起七年级下册使用，2026 年秋为现行七下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人民教育出版社《数学 七年级下册》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2022年版课程标准修订（2025 年起八年级推进同批教材）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主编：王长平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人民教育出版社（PDF 共 202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第 6–8 页（目录）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在用教材：2025 年秋起七年级下册使用，2026 年秋为现行七下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2 / 17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第七章 相交线与平行线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从相交到平行：判定与性质的互逆第一次成对出现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25306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7065" y="28414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第八章 实数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开方运算让数系扩张到实数：无理数登场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47350" y="28414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39–62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7065" y="32758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第九章 平面直角坐标系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位置数学化：有序数对把几何点变成代数对象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47350" y="32758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63–86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065" y="37101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第十章 二元一次方程组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消元思想：把多元问题化归为一元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47350" y="37101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87–119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7065" y="41445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第十一章 不等式与不等式组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不等关系的形式化：解集与数轴表示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47350" y="41445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120–149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5" y="463372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统计与概率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065" y="49446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第十二章 数据的收集、整理与描述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从调查到图表：让数据开口说话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47350" y="49446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150–187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065" y="5433822"/>
            <a:ext cx="10697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　</a:t>
            </a:r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低碳生活（146 页）　·　白昼时长规律的探究（188 页）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3 / 17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A｜第七章 · 相交线与平行线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1–38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相交线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观察与猜想 看图时的错觉 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平行线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定义、命题、定理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905" y="324840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平移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13425" y="324840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利用平移设计图案 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3953" y="385191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32　·　小结 34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三线八角辨认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同位角 F 型、内错角 Z 型、同旁内角 U 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判定与性质互逆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由角定线用判定，由线定角用性质，引用前先问方向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前置：七上第六章 → 本章 → 八上三角形、八下平行四边形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4 / 17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B｜第七章 · 相交线与平行线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能识别对顶角与垂直，并说明其性质（7.1）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能用三线八角关系判定平行或由平行得角的关系，并区分“判定”与“性质”（7.2）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能区分命题的题设与结论并判断真假（7.3）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能按步骤画平移后的图形并说明平移的性质（7.4）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把判定当性质引用（或反之）　；　垂线段最短误用到平行线情境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写出“两直线平行，同旁内角互补”的题设与结论，并用它完成一道两步证明。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5 / 17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A｜第八章 · 实数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39–62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平方根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立方根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实数及其简单运算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为什么 √2 不是有理数 58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59　·　小结 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乘方与开方互逆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平方根的非负性（算术平方根 ≥ 0）是判断依据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夹逼估算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找相邻平方数夹住被开方数，估计 √n 的整数范围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2" name="Text 20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前置：七上有理数 → 本章 → 八下二次根式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6 / 17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B｜第八章 · 实数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能求平方根、算术平方根与立方根，并说明各自的取值限制（8.1–8.2）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能对实数分类，比较大小并估计无理数介于哪两个整数之间（8.3）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905" y="31752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1" y="324840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361" y="3522726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√((−3)²) 的符号漏讨论　；　立方根与平方根的个数混淆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235958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9361" y="430911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1" y="4583430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 √10 介于哪两个连续整数之间，说明所用方法。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9361" y="5113782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7 / 17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A｜第九章 · 平面直角坐标系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63–86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用坐标描述平面内点的位置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用经纬度表示地理位置 71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坐标方法的简单应用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82　·　小结 83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有序数对定位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先横后纵，顺序不可交换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平移坐标规律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左右平移改变横坐标，上下平移改变纵坐标，方向定加减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前置：七上数轴 → 本章 → 八下函数图象、九上二次函数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8 / 17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B｜第九章 · 平面直角坐标系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能建立平面直角坐标系，用坐标描点并说出坐标的意义（9.1）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能用坐标表示平移，并归纳位置变化的坐标规律（9.2）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905" y="31752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1" y="324840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361" y="3522726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 (x, y) 顺序写反　；　平移时加减方向记反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235958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9361" y="430911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1" y="4583430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(2, −3) 向左平移 2 个单位、再向上平移 1 个单位后的坐标是多少？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9361" y="5113782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9 / 17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A｜第十章 · 二元一次方程组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87–119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二元一次方程组的概念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消元——解二元一次方程组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实际问题与二元一次方程组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297408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*10.4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三元一次方程组的解法</a:t>
            </a:r>
            <a:pPr indent="0" marL="0">
              <a:buNone/>
            </a:pPr>
            <a:r>
              <a:rPr lang="en-US" sz="120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选学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297408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3953" y="330327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中国古代数学的光辉成就——解多元一次方程组 112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中国古代著名的一次不定方程组问题 114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3953" y="385191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115　·　小结 117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消元思想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化二元为一元；代入法宜用于某系数为 1，加减法宜用于同系数对齐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解后双检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把解代回两个方程逐一检验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前置：七上一元一次方程 → 本章 → 第十一章不等式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10 / 17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B｜第十章 · 二元一次方程组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能识别二元一次方程组并检验一组解（10.1）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能用代入法或加减法解方程组，并说明消元的目的（10.2）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能对实际问题建立方程组模型并求解检验（10.3）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（选学）能解三元一次方程组（10.4）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加减消元时符号出错　；　解出不代回检验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用加减法解 2x + y = 7 与 x − y = 2 组成的方程组，并说明为什么选加减法。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11 / 17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A｜第十一章 · 不等式与不等式组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120–149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用求差法比较大小 130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一元一次不等式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一元一次不等式组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142　·　小结 143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性质三：乘除负数要变号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其余步骤与解方程相同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数轴取公共部分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两条不等式解集的交集即不等式组的解集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2" name="Text 20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前置：第十章 → 本章 → 八下一次函数与方案决策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12 / 17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B｜第十一章 · 不等式与不等式组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能列不等式表示不等关系，并用性质解一元一次不等式（11.1–11.2）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能解不等式组并把解集表示在数轴上（11.3）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能对比方程与不等式解法的异同（11.2）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两边乘（除）负数不变号　；　“不大于”“至少”翻译成符号时出错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解不等式组 x + 1 &gt; 0 与 2(x − 1) ≤ 4，并把解集画在数轴上。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13 / 17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A｜第十二章 · 数据的收集、整理与描述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150–187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统计调查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瓶子中有多少粒豆子 159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用统计图描述数据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利用信息技术工具画统计图 178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3953" y="319354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统计学点滴 180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46786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182　·　小结 183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扇形圆心角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圆心角 = 百分比 × 360°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直方图分组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确定组距与组数，统计频数后再画图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2" name="Text 20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前置：小学统计 → 本章 → 八下数据的分析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14 / 17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B｜第十二章 · 数据的收集、整理与描述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能区分全面调查与抽样调查，并说明各自的适用情形（12.1）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能用样本估计总体，并说明样本的代表性（12.1）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能绘制并读出条形图、扇形图、频数分布直方图（12.2）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把“随意抽”当成随机抽样　；　频数分布表中漏累计检查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30 个数据分组列频数分布表并画直方图，写一条有数据支撑的分布特点结论。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15 / 17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059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213283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低碳生活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146 页　·　第十章后开展，结合方程组与统计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905" y="288264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7649" y="295579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白昼时长规律的探究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188 页　·　期末前综合，读图与函数思想铺垫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9905" y="375132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7065" y="408965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47937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7065" y="513207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章号接七上连续编号（第七章至第十二章）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七年级下册》全册提纲课件 ｜ 课本页码依目录转录 ｜ 16 / 17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人教版初中数学七年级下册·全册提纲课件</dc:title>
  <dc:subject>PptxGenJS Presentation</dc:subject>
  <dc:creator>Wilson</dc:creator>
  <cp:lastModifiedBy>Wilson</cp:lastModifiedBy>
  <cp:revision>1</cp:revision>
  <dcterms:created xsi:type="dcterms:W3CDTF">2026-09-15T17:05:20Z</dcterms:created>
  <dcterms:modified xsi:type="dcterms:W3CDTF">2026-09-15T17:05:20Z</dcterms:modified>
</cp:coreProperties>
</file>