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5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全册提纲导航（教师用）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554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七年级上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09905" y="27889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 · 人民教育出版社 ｜ 2022年版课程标准修订（首批 2024 年审定）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245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391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已核验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537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在用教材：2024 年秋起七年级使用，2026 年秋为现行七上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制作依据：九科教辅规范包 v1.0 · lesson_type math-04 单元联系与方法选择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教材身份与课件使用说明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4225" y="199567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教材身份（已核验）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4225" y="236143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90065" y="236143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 · 人民教育出版社《数学 七年级上册》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4225" y="291007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90065" y="291007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2022年版课程标准修订（首批 2024 年审定）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4225" y="345871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90065" y="345871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主编：王长平（旧版主编为林群，以此区分新旧）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84225" y="400735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90065" y="400735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人民教育出版社（PDF 共 202 页）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84225" y="455599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目录来源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90065" y="455599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第 6–8 页（目录）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84225" y="510463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在用状态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90065" y="510463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在用教材：2024 年秋起七年级使用，2026 年秋为现行七上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16929" y="199567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课件使用说明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页码对应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各章标注的课本页码转录自教材目录，可直接对照国家中小学智慧教育平台电子课本定位。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每章两页：A 页“节次导航 + 核心方法”，B 页“学习目标 + 易混警示 + 出口自检”。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答案隔离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出口自检的评价标准只存于 course.json（answer_text）与教师讲稿备注，不出现在放映页。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规范依据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九科教辅规范包 v1.0：16:9 画布、EDITORIAL_ATLAS 主题、R01/R04/R22/R23/R24 配方。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七年级上册》全册提纲课件 ｜ 课本页码依目录转录 ｜ 2 / 17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全册知识地图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47150" y="491947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先建联系，再进细节（math-04）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905" y="1730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数与代数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7065" y="204139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第一章 有理数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数系第一次扩张：负数进入表示与运算的世界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47350" y="204139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1–23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7065" y="247573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第二章 有理数的运算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五种运算闭环：法则＝先定符号，再算绝对值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47350" y="247573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24–62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7065" y="291007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第三章 代数式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用字母表示数：从算术走向代数的门槛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347350" y="291007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68–87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7065" y="334441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第四章 整式的加减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合并同类项与去括号：代数式化简的两把钥匙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347350" y="334441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88–109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7065" y="377875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第五章 一元一次方程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第一个方程模型：设、列、解、验、答的完整闭环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347350" y="377875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110–148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905" y="426796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图形与几何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7065" y="457885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第六章 几何图形初步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点线面体的表示与度量：几何语言的起步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347350" y="457885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149–188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7065" y="5068062"/>
            <a:ext cx="10697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　</a:t>
            </a:r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进位制的认识与探究（63 页）　·　设计学校田径运动会比赛场地（189 页）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七年级上册》全册提纲课件 ｜ 课本页码依目录转录 ｜ 3 / 17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A｜第一章 · 有理数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1–23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正数和负数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用正负数表示允许偏差 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有理数及其大小比较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3953" y="291922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图说数学史 漫漫长路识负数 18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93953" y="319354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20　·　小结 21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数轴统一表示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一切大小比较与绝对值解释回到数轴上的距离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分类不重不漏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按符号分、按整数与分数分，两套分类各自闭合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1" name="Text 19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前置：小学算术 → 本章 → 第二、四章的运算与代数式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七年级上册》全册提纲课件 ｜ 课本页码依目录转录 ｜ 4 / 17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B｜第一章 · 有理数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能用正负数表示具有相反意义的量并解释实际含义（1.1）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能把有理数按类与按大小在数轴上表示并比较（1.2）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能求一个数的相反数与绝对值并说明其几何意义（1.2）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既不是正数也不是负数，分类与判断时容易漏掉　；　把绝对值当“去掉负号”，脱离“到原点的距离”这一本义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−2、0、1.5、−1/2 标到数轴上并按大小排序，再用绝对值解释 |−2| 的意义。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七年级上册》全册提纲课件 ｜ 课本页码依目录转录 ｜ 5 / 17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A｜第二章 · 有理数的运算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24–62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有理数的加法与减法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我国古代的正负数加减运算法则——正负术 37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有理数的乘法与除法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3953" y="291922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探究与发现 从数系扩充看有理数乘法法则 50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905" y="319354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有理数的乘方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13425" y="319354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93953" y="352272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58　·　小结 59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先定符号、再算绝对值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适用于加减乘除每一步，符号判断先于数值计算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运算律凑整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交换律、结合律、分配律在符号确定后使用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乘方符号法则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负底数时看指数的奇偶决定正负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6" name="Text 24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前置：第一章 → 本章 → 第四章整式加减与全学段计算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七年级上册》全册提纲课件 ｜ 课本页码依目录转录 ｜ 6 / 17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B｜第二章 · 有理数的运算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能按法则完成加减混合运算并说明每步符号依据（2.1）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能完成乘除与乘方混合运算，正确处理符号与运算顺序（2.2–2.3）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能用运算律简化计算并指出所用的是哪条运算律（2.1–2.2）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−3² 与 (−3)² 混淆　；　使用分配律时漏乘某一项　；　混合运算顺序出错（先乘方，再乘除，后加减）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 −2² + (−2)³ × (1/2) − |−5|，并写出每一步的法则依据。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七年级上册》全册提纲课件 ｜ 课本页码依目录转录 ｜ 7 / 17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A｜第三章 · 代数式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68–87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列代数式表示数量关系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数字 1 与字母 X 的对话 78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代数式的值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3953" y="291922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83　·　小结 85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先读关系、再写式子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和差倍分关系逐句翻译，运算顺序用括号保住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代入求值两步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字母换数后按运算顺序重算，不沿用原式形式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前置：第一、二章 → 本章 → 第四章整式的加减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七年级上册》全册提纲课件 ｜ 课本页码依目录转录 ｜ 8 / 17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B｜第三章 · 代数式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能从实际问题中列出代数式并表示数量关系（3.1）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能求代数式的值并结合情境解释其意义（3.2）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09905" y="31752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829361" y="324840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9361" y="3522726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“和的倍”与“倍的和”括号位置错　；　求值后丢失单位与实际意义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905" y="4235958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4" name="Text 12"/>
          <p:cNvSpPr/>
          <p:nvPr/>
        </p:nvSpPr>
        <p:spPr>
          <a:xfrm>
            <a:off x="829361" y="430911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9361" y="4583430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用代数式表示“比 a 与 b 的和的 2 倍小 3 的数”，并求 a=2、b=−1 时的值。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9361" y="5113782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七年级上册》全册提纲课件 ｜ 课本页码依目录转录 ｜ 9 / 17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A｜第四章 · 整式的加减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88–109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整式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整式的加法与减法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3953" y="264490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信息技术应用 用电子表格进行数据计算 104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3953" y="291922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105　·　小结 107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同类项两同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字母相同、相同字母的指数也相同，才可合并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去括号看符号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括号外是负号时，括号内每一项都变号（分配律）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前置：第三章 → 本章 → 七下方程与八上整式乘法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七年级上册》全册提纲课件 ｜ 课本页码依目录转录 ｜ 10 / 17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B｜第四章 · 整式的加减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能识别单项式与多项式，并指出系数与次数（4.1）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能合并同类项、去括号完成整式加减并说明依据（4.2）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09905" y="31752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829361" y="324840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9361" y="3522726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次数与系数概念混用　；　去括号变号时漏变中间项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905" y="4235958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4" name="Text 12"/>
          <p:cNvSpPr/>
          <p:nvPr/>
        </p:nvSpPr>
        <p:spPr>
          <a:xfrm>
            <a:off x="829361" y="430911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9361" y="4583430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化简 3(a² − 2a) − 2(a² − 3a + 1)，并求 a = −1 时的值。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9361" y="5113782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七年级上册》全册提纲课件 ｜ 课本页码依目录转录 ｜ 11 / 17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A｜第五章 · 一元一次方程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110–148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方程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解一元一次方程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3953" y="264490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探究与发现 无限循环小数化分数 132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9905" y="291922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实际问题与一元一次方程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13425" y="291922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3953" y="324840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初步认识数学模型 142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3953" y="352272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143　·　小结 145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五步解法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去分母、去括号、移项、合并同类项、系数化为 1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建模主线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设未知数 → 找等量关系 → 列方程 → 解 → 验实际意义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3" name="Text 21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前置：第三、四章 → 本章 → 七下二元一次方程组与不等式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七年级上册》全册提纲课件 ｜ 课本页码依目录转录 ｜ 12 / 17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B｜第五章 · 一元一次方程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能识别方程，并对实际问题列出方程模型（5.1、5.3）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能利用等式性质按步骤解一元一次方程（5.2）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能按“设—列—解—验—答”解决配套、行程类问题并检验解的实际意义（5.3）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去分母时漏乘不含分母的项　；　移项不变号　；　检验只代方程不验实际意义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列方程求解：某数的 3 倍比这个数大 2，求这个数；先写出等量关系。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七年级上册》全册提纲课件 ｜ 课本页码依目录转录 ｜ 13 / 17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A｜第六章 · 几何图形初步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149–188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几何图形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图说数学史 几何的起源 160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直线、射线、线段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3953" y="291922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长度的测量 168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905" y="319354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13425" y="319354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93953" y="352272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角的度量 180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3953" y="379704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182　·　小结 184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两点确定一条直线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直线公理；两点之间线段最短用于路径比较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六十进制换算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1° = 60′，1′ = 60″，逐级借位进位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4" name="Text 22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前置：小学图形认识 → 本章 → 七下相交线与平行线、八上三角形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七年级上册》全册提纲课件 ｜ 课本页码依目录转录 ｜ 14 / 17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B｜第六章 · 几何图形初步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能从实物抽象出几何图形，并按立体与平面分类（6.1）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能用尺规作线段与角，并比较大小（6.2–6.3）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能进行度分秒换算与简单角度计算（6.3）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直线、射线、线段的延长方向混淆　；　度分秒按 100 进制换算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34.5° 换算成度分；画线段 AB = 3 cm 并延长到 C 使 BC = AB。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七年级上册》全册提纲课件 ｜ 课本页码依目录转录 ｜ 15 / 17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综合与实践与学期安排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730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905" y="2059686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2132838"/>
            <a:ext cx="10514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 进位制的认识与探究</a:t>
            </a:r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课本 63 页　·　第二章后开展，用乘方解释二进制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09905" y="2882646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7649" y="2955798"/>
            <a:ext cx="10514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 设计学校田径运动会比赛场地</a:t>
            </a:r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课本 189 页　·　期末前综合，几何画板/方格纸均可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09905" y="375132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复习节奏建议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7065" y="4089654"/>
            <a:ext cx="10697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期中前：完成前 3 章的知识地图与各章出口自检；期末前：完成其余章节，并用最后一页“全册出口自检”合册过关。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479374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跨册衔接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7065" y="5132070"/>
            <a:ext cx="106975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章号全书连续编号（第一章至第六章）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七年级上册》全册提纲课件 ｜ 课本页码依目录转录 ｜ 16 / 17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85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全册出口自检（R24 · 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合上课本完成以下三项任务；先独立作答，再对照教师手册中的评价标准自评。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828800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20116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78585" y="1938528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知识地图重建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凭记忆画出本册知识地图，并说明两条跨章联系（对应各章 A 页“联系链”）。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905" y="2907792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3090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78585" y="3017520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方法卡默写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任选两章默写“核心方法卡”，并为每条方法各举一个例子，写明适用条件。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9905" y="3986784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41696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78585" y="4096512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出口题限时完成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从各章“出口自检”任选 2 题，限时 15 分钟完成，再对照评价标准自评。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905" y="5230368"/>
            <a:ext cx="109718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分支建议：知识地图卡壳 → 回第 3 页重看结构；方法默写卡壳 → 回对应章 A 页；自检出错 → 回对应章 B 页后完成剩余任务。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本页为独立检测页：初始状态不显示任何评价内容（is_assessment）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人教版初中数学七年级上册·全册提纲课件</dc:title>
  <dc:subject>PptxGenJS Presentation</dc:subject>
  <dc:creator>Wilson</dc:creator>
  <cp:lastModifiedBy>Wilson</cp:lastModifiedBy>
  <cp:revision>1</cp:revision>
  <dcterms:created xsi:type="dcterms:W3CDTF">2026-09-15T17:05:20Z</dcterms:created>
  <dcterms:modified xsi:type="dcterms:W3CDTF">2026-09-15T17:05:20Z</dcterms:modified>
</cp:coreProperties>
</file>