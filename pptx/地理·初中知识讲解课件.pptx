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5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人教版（2022年版课标新修订教材）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核心素养：人地协调观 · 综合思维 · 区域认知 · 地理实践力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人教版（2022年版课标新修订教材）（四册（七年级上/下、八年级上/下））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人地协调观、综合思维、区域认知、地理实践力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 / 57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地球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地图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陆地和海洋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992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天气与气候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32155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居民与文化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65074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发展与合作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979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3" y="4290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认识大洲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620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认识地区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949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认识国家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3" y="5278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极地地区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5868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5596" y="2004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从世界看中国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5596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中国的自然环境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5596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中国的自然资源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5596" y="2992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中国的经济发展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3321558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5596" y="363245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中国的地理差异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5596" y="396163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北方地区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5596" y="4290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南方地区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5596" y="4620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西北地区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5596" y="4949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青藏地区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5596" y="5278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中国在世界中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 / 57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地球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地球与地图 · 考查：经纬网定位与地球运动（昼夜交替、直射点、五带）是读图必…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地球的宇宙环境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星空视频导入后，用“地月系—太阳系—银河系—可观测宇宙”四级卡片搭天体系统层级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手绘太阳系示意：八大行星按“水金地火木土天海”排序，标出小行星带位置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反推法讲生命条件：液态水、适宜温度、大气，逐一对应日地距离等条件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纠正“地球中心观”：地球是普通行星，特殊性在于存在生命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地球与地球仪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先摸地球仪找赤道两极，再手绘经纬网：横纬竖经，度数变化规则先立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经纬网定位四步：定南北纬、定东西经、写坐标、报方位，一步一停检查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用乒乓球自制地球仪活动：贴赤道、回归线、极圈，铁丝当地轴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赤道周长约4万千米，用“坐地日行八万里”诗句验证地球大小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仍把冥王星当第九大行星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误以为地球位于宇宙中心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 / 57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地球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地球与地图 · 考查：经纬网定位与地球运动（昼夜交替、直射点、五带）是读图必…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地球的运动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手电筒+地球仪演示昼夜交替：先定光源方向，再自西向东转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公转轨道四位置图按“春分—夏至—秋分—冬至”逆时针巡行一遍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抓住“地轴倾斜方向始终不变”讲直射点往返移动，进而划分五带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对比表记自转公转：方向都自西向东，周期一天与一年，效应各不同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以为公转方向与自转相反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把四季成因说成日地距离变化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 / 57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地球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640" y="1876806"/>
            <a:ext cx="276276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手绘经纬网与坐标定位训练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画一矩形空白经纬网，横线为纬线（0°赤道居中，向上依次30°N、60°N，向下依次30°S、60°S），竖线为经线（0°本初子午线居中，向右标东经30°、60°、120°，向左标西经30°、60°）；②在网格内标注三个点：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76" y="4089654"/>
            <a:ext cx="2160898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地球公转与二分二至示意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以太阳为中心画椭圆公转轨道，逆时针方向标出四个位置：3月21日前后（春分，直射赤道）、6月22日前后（夏至，直射23.5°N）、9月23日前后（秋分，直射赤道）、12月22日前后（冬至，直射23.5°S）。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6 / 57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A｜第二章 · 地图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地球与地图 · 考查：比例尺换算、方向判定与等高线五部位判读是选择题高频，常…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地图的阅读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读图三查顺序固定：先查图例注记，再查比例尺，最后定方向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比例尺换算用“化1”法：图上1厘米代表实地多少，统一单位再算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方向三法排优先级：指向标＞经纬网＞“上北下南”一般定向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选图活动：查同一条路线，比较交通图、政区图、地形图谁更适用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地形图的判读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等高线五步读图：定等高距→找闭合圈→看疏密→判脊谷→算陡崖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凸高为谷（可育河流）、凸低为脊，口诀先记再回图逐线验证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分层设色对照等高线：绿低、黄高、褐更高，白色为冰川雪线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沿剖面线口述地势起伏，再动手画地形剖面草图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比例尺大小与表示范围、详略的关系记反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有指向标仍按上北下南读图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7 / 57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地图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776" y="1876806"/>
            <a:ext cx="265649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地图三要素定向与换算训练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绘一张假想校园平面图，含教学楼、操场、大门的符号与图例框，附一个斜指东北的指向标和线段比例尺“图上1厘米代表实地50米”；②任务链：用指向标说出大门位于教学楼的什么方向→用刻度尺量得教学楼到大门图上距离3厘米并换算实地距离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32" y="4089654"/>
            <a:ext cx="282378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等高线地形图五部位判读训练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等高距100米，绘制多条闭合等高线构成两座山峰——甲峰900米、乙峰700米，两峰之间为鞍部；一侧等高线向低处凸出（山脊），另一侧向高处凸出且沿线画一条小河（山谷）；某处多条等高线重叠处画锯齿符号标注陡崖（崖顶600米、崖底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8 / 57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A｜第三章 · 陆地和海洋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考查：七大洲四大洋位置轮廓与板块边界判读（张裂/碰撞）必考，常…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大洲和大洋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手绘简图定位大洲：先画赤道与本初子午线作参照，再按面积口诀落位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亚欧分界六点名：乌拉尔山—乌拉尔河—里海—大高加索—黑海—土耳其海峡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四大洋按大小排：太平洋、大西洋、印度洋、北冰洋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运河即分界：苏伊士分亚非、巴拿马分南北美，地图上圈画验证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海陆的变迁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从海相化石与“沧海桑田”成语引入，证明海陆位置在变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大陆漂移三证据串讲：轮廓拼合→古生物化石→古老岩层吻合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板块边界画法：张裂处画背向箭头，碰撞处画相向箭头，先画后讲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三例检验理论：红海扩张、地中海缩小、喜马拉雅山上有海洋化石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跨经度最广的大洲误答亚洲（应为南极洲）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南北美洲分界误写苏伊士运河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9 / 57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陆地和海洋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981" y="1876806"/>
            <a:ext cx="365808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七大洲面积比较与世界海陆占比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两张统计图组合。图1条形图“七大洲面积比较”，单位：万平方千米，数据：亚洲4400、非洲3000、北美洲2400、南美洲1800、南极洲1400、欧洲1000、大洋洲900。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777" y="4089654"/>
            <a:ext cx="235849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六大板块与两大火山地震带示意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画简化的世界板块示意（不要求精确边界）：用色块表示亚欧板块、非洲板块、美洲板块、太平洋板块、印度洋板块、南极洲板块；用两条红色条带标注环太平洋火山地震带与地中海—喜马拉雅火山地震带。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10 / 57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天气与气候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考查：气温曲线降水柱状图定型（以温定带、以水定型）与世界分布规…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多变的天气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天气与气候两字之辨：短时多变是天气，长期概况是气候，各举三例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卫星云图三色读法：绿为陆地、蓝为海洋、白为云区，越白云越厚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天气符号连线游戏：晴阴雨雪风霜雾，先认常用八个符号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空气质量日报解读：AQI越大污染越重，级别越高越不宜户外活动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气温的变化与分布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气温曲线五读：最高月、最低月、年较差、最热月在7月还是1月、弯曲度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等温线三看：走向、疏密、闭合中心，逐点标数值防凭印象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世界气温规律：由低纬向高纬递减，用正午太阳高度解释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山地气温垂直递减约0.6℃/100米，用登山情境代入计算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把“今天很冷”说成气候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AQI数值越大误读为空气质量越好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11 / 57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天气与气候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考查：气温曲线降水柱状图定型（以温定带、以水定型）与世界分布规…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降水的变化与分布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降水柱状五步：找峰值月、累加年总量、看雨季长短、辨雨型、结合气温定型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等降水量线读法由等温线迁移：走向、疏密、闭合三看一样用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分布规律两句：赤道多两极少、中纬度沿海多内陆少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降水三条件联讲：水汽、降温抬升、凝结核，缺一不成雨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 世界的气候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定型两步法：以温定带（看最冷月15℃、0℃线）→以水定型（看雨型）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理想大陆模式图记忆：纬度定带、海陆定型，先横读纬度再纵读海陆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影响因素四例配对：纬度、海陆、地形、洋流各配一地实例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气候与人类互相影响：雨热同期育水稻、人类活动改变气候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只凭单月柱高断定雨季长短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赤道多雨只答“因为热”（应为对流旺盛多对流雨）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12 / 57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天气与气候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4917" y="1876806"/>
            <a:ext cx="244221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四地气温曲线与降水柱状图（雨林/季风/海洋/地中海对照）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2×2组合图，每幅为“气温曲线+降水柱状”复合图：左轴气温（℃）、右轴降水（毫米），横轴1—12月。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577" y="4089654"/>
            <a:ext cx="160289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理想大陆气候分布模式图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“理想大陆”气候模式：用一个纵向矩形代表只受纬度与海陆位置影响的大陆，横轴标纬度0°—70°（左缘为西岸沿海、右缘为东岸沿海），自赤道向两极依次着色：热带雨林气候（0°—10°）→热带草原气候（10°—20°）→热带沙漠气候（20°—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13 / 57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A1｜第五章 · 居民与文化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考查：人口分布图判读与自然增长率计算、聚落与环境关系的主观题表述）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人口与人种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自然增长率=出生率−死亡率，先算数值再排各大洲次序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分布图叠加地形图读“四密四疏”：中低纬近海平原密，干旱高寒湿热疏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人口问题两面讲：增长过快与负增长各列问题清单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三大人种按体质特征对应分布区，强调人种无优劣之分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世界的语言和宗教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六大语言“汉英法俄西阿”排序记忆，英语强调“使用范围最广”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三大宗教配建筑符号：教堂尖顶、清真寺圆顶、佛塔金顶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语言宗教分布图与殖民史、移民史连线，讲“分布有来历”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人口增长快等于人口总数一定多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把人口稀疏区直接判为贫困区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14 / 57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A2｜第五章 · 居民与文化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考查：人口分布图判读与自然增长率计算、聚落与环境关系的主观题表述）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人类的聚居地——聚落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乡村与城市对比表三栏找差异：景观、生产活动、人口密度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聚落选址四条件：地形、水源、交通、资源，用河流交汇案例代入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看房识气候：厚墙小窗对炎热干燥、高脚楼对湿热、雪屋对严寒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举丽江、威尼斯等遗产聚落，先列保护清单再谈开发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认为聚落只分布在平原（河谷、绿洲也发育聚落）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把民居特色归因于传统习惯而非自然环境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15 / 57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D｜第五章 · 居民与文化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250" y="1876806"/>
            <a:ext cx="293954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世界人口增长曲线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折线图：横轴年份，纵轴世界人口（亿）。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759" y="4089654"/>
            <a:ext cx="260853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河流交汇处聚落形成过程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画河流中下游交汇处聚落发展过程链：四个条件框（地形平坦、水源充足、土壤肥沃、交通便利）→箭头汇聚→乡村聚落形成（框）→人口聚集、工商业发展→城市聚落（框）。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16 / 57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A｜第六章 · 发展与合作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世界地理 · 考查：用人均GDP、产业结构等多指标判断发展水平，辨析南北对话…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地域发展差异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“南北”记法：发达国家多在北、发展中国家多在南，地图验证例外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两指标判发展：人均GDP加产业结构，比单看经济总量可靠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夜景灯光图、人类发展指数辅助判读，先描述现象再解释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国际经济合作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一部手机的全球生产链案例：画链条图讲跨国分工与协作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两个概念对举：南北对话=发展中国家与发达国家谈判，南南合作=发展中国家互助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结合联合国、WTO等组织，讲规则制定与协作机制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认为发展中国家都在南半球（中国位于北半球，巴西主体在南半球）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以GDP总量大小判定发展水平高低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17 / 57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D｜第六章 · 发展与合作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a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250" y="1876806"/>
            <a:ext cx="293954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发达国家与发展中国家人口与GDP占比对比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分组条形图，两组指标：人口占世界比重——发达国家约16%、发展中国家约84%；GDP总量占世界比重——发达国家约60%、发展中国家约40%。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a-6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37" y="4089654"/>
            <a:ext cx="292737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一部智能手机的全球生产链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画“一部智能手机的全球旅行”生产链条，横向流程：矿产原料（多国）→芯片设计与制造（A国）→屏幕与电池（B国、C国）→整机组装（D国）→品牌销售（全球市场）。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18 / 57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A1｜第七章 · 认识大洲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考查：大洲位置、地形与河流流向互推、气候类型成因归纳，重点考“…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亚洲的位置与范围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定位三问法：半球位置、纬度位置、海陆位置，一问对一图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亚洲三最逐条给数据：面积最大、跨纬度最广、东西距离最长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分界线对比记：亚欧六点名、亚非苏伊士、亚北美白令海峡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亚洲的自然环境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地形图判读三步：找高原山地集中区→看河流流向→反推地势高低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亚洲大河放射状入海，“顺流而下”验证地势中间高四周低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气候复杂多样三因：跨纬度广、海陆差异大、地形复杂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季风气候利弊对表：雨热同期利水稻，夏季风不稳多旱涝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跨纬度最广的大洲答成非洲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把白令海峡与土耳其海峡的功能混淆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19 / 57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A2｜第七章 · 认识大洲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考查：大洲位置、地形与河流流向互推、气候类型成因归纳，重点考“…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 大洲对比：非洲与美洲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亚非美同表对比三行：地形骨架、最长河流、气候格局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非洲气候南北对称，用赤道居中解释；东非高原是地形造成的例外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南美洲湿热格局：亚马孙平原雨林+巴西高原草原+安第斯山纵贯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刚果河水量大归因流域广（主因赤道多雨）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以为安第斯山脉以东全是平原（还有巴西高原）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20 / 57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D｜第七章 · 认识大洲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b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127" y="1876806"/>
            <a:ext cx="255379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亚洲地形与河流判读训练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画亚洲轮廓简图，标注主要地形区：中部青藏高原与帕米尔高原（“世界屋脊”）、向北的西西伯利亚平原、向南的印度河平原与恒河平原、向东的华北平原与长江中下游平原；②从青藏高原向外画放射状箭头代表大河：向北鄂毕河、叶尼塞河、勒拿河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b-7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532" y="4089654"/>
            <a:ext cx="246298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非洲气候类型南北对称分布示意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非洲气候对称分布示意（可用矩形色带简化）：以赤道为对称轴，自赤道向南北两侧依次为热带雨林气候→热带草原气候（面积最大、南北对称）→热带沙漠气候（北侧撒哈拉、西侧纳米布）→南北两端地中海气候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21 / 57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A1｜第八章 · 认识地区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考查：区域位置意义（马六甲、霍尔木兹）、气候定型与资源输出路线…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东南亚——十字路口的位置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“十字路口”三标：马六甲海峡、两大洋、两大洲，位置图先画后说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中南半岛山河相间、纵列分布，城市沿河找首都验证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马来群岛多火山地震：挂到板块交界与环太平洋火山地震带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热带气候两型对比读图：雨林全年多雨，季风分旱雨两季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中东——三洲五海之地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位置三标：两洋三洲五海，圈出苏伊士运河与霍尔木兹海峡两个咽喉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石油三问：藏在哪里（波斯湾沿岸）、卖到哪里（三条航线）、怎么运（油轮）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水资源匮乏讲分配：约旦河、幼发拉底河案例引出冲突与合作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多元文化卡：阿拉伯、犹太、波斯三族群与耶路撒冷圣城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马六甲海峡沟通太平洋与大西洋（应为印度洋）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城市沿河分布只答水源（还有交通、地形）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22 / 57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A2｜第八章 · 认识地区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考查：区域位置意义（马六甲、霍尔木兹）、气候定型与资源输出路线…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 欧洲西部——发达国家最集中的地区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气候图两看：温带海洋性沿西岸纬向铺开，地中海气候居南缘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乳畜业成因链：多汁牧草←温凉湿润气候←西风+平原地形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旅游三线打卡：阿尔卑斯冰雪、地中海阳光、北欧峡湾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 撒哈拉以南非洲——资源与发展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单一商品经济三环：出口初级产品→价格低→进口工业品→价格高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代入实例算三环账：“咖啡之乡”“铜矿之国”的进出口结构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人口—粮食—环境三题连环，讨论增产与生态保护的权衡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乳畜业发达先答饮食习惯（应先答自然条件）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欧洲西部与西欧范围混用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23 / 57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D｜第八章 · 认识地区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702" y="1876806"/>
            <a:ext cx="380664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新加坡与曼谷气候对比（雨林型与季风型）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双幅“气温曲线+降水柱状”对比图：左轴气温（℃）、右轴降水（毫米），横轴1—12月。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b-8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07" y="4089654"/>
            <a:ext cx="387243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中东石油占世界比重与三条海运路线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条形图：中东占世界比重（%）——石油探明储量约48、石油产量约31、石油出口量约41。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24 / 57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A1｜第九章 · 认识国家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考查：国家地理特征的因果表述：日本临海工业、俄罗斯大陆性气候与…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日本——加工贸易型经济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位置三看：太平洋西北、与我国隔海相望、四大岛点名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多火山地震直接挂板块交界图，配抗震建筑与演练等防灾实例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工业布局画链条：进口原料→太平洋沿岸与濑户内海工业带→出口工业品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海运条件两问：原料为什么进得来、产品为什么出得去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印度——热带季风与人口大国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热带季风气候雨热同期，但夏季风不稳→水旱灾害频繁的因果链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绿色革命两目标：粮食自给与农业技术推广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软件外包区位三条件：英语人才、时差对接、成本优势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人口两面讲：劳动力红利与耕地、就业压力并存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临海布局归因“喜欢海边”（实为运费与港口条件）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富士山误判为死火山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25 / 57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A2｜第九章 · 认识国家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考查：国家地理特征的因果表述：日本临海工业、俄罗斯大陆性气候与…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 俄罗斯——世界上面积最大的国家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四大地形区自西向东点名，用乌拉尔山作东西分界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气候读图抓两点：冬季严寒漫长、气温年较差大（大陆性强）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交通西密东疏，西伯利亚大铁路沿南部：用气候冻土与资源分布解释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资源自给型工业：四大工业区多就近资源产地布局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  美国、巴西与澳大利亚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美国农业带读法：先认带名，再追问“为什么在这里”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硅谷三条件：人才、资金、环境，迁移到高新区区位分析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巴西雨林辩一辩：开发与保护各列证词，走可持续利用中道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澳大利亚两顶帽子：“骑在羊背上”与“坐在矿车上”对照经济转型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把俄罗斯当典型亚洲国家（人口与政治中心在欧洲）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铁路沿南部只答地形单一因素（还有气候、资源、邻国）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26 / 57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D｜第九章 · 认识国家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b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383" y="1876806"/>
            <a:ext cx="2637284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日本工业布局因果链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日本工业布局因果链：左侧两个输入框“原料燃料贫乏——依赖进口”与“海岸线曲折——多优良港湾”→中间框“太平洋沿岸和濑户内海沿岸工业带”（图上画出本州岛太平洋一侧的弧形条带，标东京、名古屋、大阪、北九州四个节点）→右侧输出框“工业品大量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7b-9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723" y="4089654"/>
            <a:ext cx="275860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莫斯科气温曲线与降水柱状图（大陆性判读）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单幅“气温曲线+降水柱状”复合图：左轴气温（℃）、右轴降水（毫米），横轴1—12月。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27 / 57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A｜第十章 · 极地地区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世界地理 · 考查：两极自然环境差异比较与极地科考、环保意义，多用对比图表设问）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冰雪覆盖的地区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两极对比表从海陆差异起步：北冰洋为主、南极大陆为主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南极三个绰号各配数据：冰雪高原、白色荒漠、风库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代表动物挂图定区：北极熊属北极、企鹅属南极，不许“串门”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科学考察的宝地与环境保护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我国南极考察站按建成顺序记：长城—中山—昆仑—泰山—秦岭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科考窗口期在南半球暖季，用极昼与气温数据解释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《南极条约》要点：和平利用、科学考察自由、冻结领土主张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北极航道开通利弊辩论：航运捷径与生态风险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北极有企鹅、南极有北极熊（正好相反）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南极降水极少与巨厚冰盖的“矛盾”不解（亿万年累积）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28 / 57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D｜第十章 · 极地地区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7b-1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251672"/>
            <a:ext cx="6949440" cy="30976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南极与北极自然环境指标对比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分组对比图（条形图配数据表）：南极地区对比北极地区。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29 / 57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从世界看中国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考查：疆域四至、省级行政区位置轮廓、人口分布线与民族分布是读图…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疆域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定位三句话：东半球北半球、亚洲东部、太平洋西岸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四至端点记忆：漠河北、曾母暗沙南、帕米尔西、黑龙江与乌苏里江汇合处东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14个陆上邻国按方位顺时针点名，6个隔海相望国家单独列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34个省级行政区轮廓歌配拼图活动，先分大区再认单省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人口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黑河—腾冲线两侧密度对比读图：东南稠密、西北稀疏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人口增长折线讲节奏：曲线由陡趋缓，对应政策调整节点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人口国情两面讲：基数大与老龄化并存，国策表述同步更新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渤海、琼州海峡是内海记不清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把隔海相望国家当陆上邻国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30 / 57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从世界看中国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考查：疆域四至、省级行政区位置轮廓、人口分布线与民族分布是读图…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民族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分布格局八字诀：大杂居、小聚居、交错居住，图上找例证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少数民族之最：人口最多是壮族，种类最多在云南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五个自治区与地图一一对应，讲民族区域自治制度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把“少数民族种类最多的省”与“人口最多的少数民族”混淆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把民族分布想象成各自集中成块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31 / 57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从世界看中国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723" y="1876806"/>
            <a:ext cx="2654604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中国疆域四至与邻国标注训练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描中国轮廓简图，标注四至：北端漠河以北黑龙江主航道中心线（约53°N）、南端曾母暗沙（约4°N）、西端帕米尔高原（约73°E）、东端黑龙江与乌苏里江主航道汇合处（约135°E）；②按方位标注代表邻国：北有俄罗斯、蒙古，西南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50" y="4089654"/>
            <a:ext cx="3717950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中国人口增长折线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折线图：横轴年份，纵轴人口（亿）。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32 / 57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中国的自然环境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考查：三级阶梯、温度带干湿区、长江黄河水文与灾害分布是全册最重…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地形和地势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三级阶梯先画“三块平台”再填地形区，最后用地形剖面图收尾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四大高原、四大盆地、三大平原按“位置+特征关键词”双卡记忆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山区面积约占三分之二：利弊两面讲，开发方向配例（林业、旅游、矿产）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西高东低画因果箭头：水汽深入、大河东流、阶梯交界处水能富集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气候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两大特征各配一图：复杂多样看气候类型图，季风显著看冬夏风向图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温度带与干湿区双网格套图：先横分温度带、再纵分干湿区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季风区界线五山口诀：大兴安岭—阴山—贺兰山—巴颜喀拉山—冈底斯山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季风利弊对表：雨热同期利农业，夏季风不稳多旱涝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阶梯分界山脉与走向网格山脉混淆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地势影响只答河流流向（还有水汽与水能）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33 / 57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中国的自然环境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考查：三级阶梯、温度带干湿区、长江黄河水文与灾害分布是全册最重…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河流和湖泊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外流河内流河先分家（是否入海），再讲各自水文特征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长江黄河分段记忆：宜昌湖口、河口桃花峪，各段配开发与治理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黄河“地上河”画成因链：黄土高原来沙→下游沉积→河床抬高→防洪压力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内流河靠冰雪融水：塔里木河汛期出现在夏季高温期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 自然灾害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灾害先分类：气象灾害（台风寒潮洪涝干旱）、地质灾害（地震滑坡泥石流）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台风路径图看规律：多发于东南沿海，配台风结构示意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分布图叠置法：灾害分布与地形图、气候图对照找关联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防灾减灾四环节：监测预警、工程防御、应急演练、自救互救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长江上中游分界误记湖口（应为宜昌）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黄河含沙量大归因全流域（主要来自黄土高原）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34 / 57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中国的自然环境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062" y="1876806"/>
            <a:ext cx="317192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中国地势三级阶梯地形剖面示意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画沿32°N（或36°N，注明所选纬线）自西向东的地形剖面：纵轴海拔0—5000米（注明垂直比例有夸大）。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17" y="4089654"/>
            <a:ext cx="244221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中国四城市气温曲线与降水柱状对比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2×2组合图，每幅为“气温曲线+降水柱状”复合图：左轴气温（℃）、右轴降水（毫米），横轴1—12月。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35 / 57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中国的自然资源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考查：土地与水资源的分布、水土配置错位及解决措施（南水北调、保…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自然资源的基本特征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可再生与不可再生先举例后定义，短周期内可更新算可再生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“总量丰富、人均不足”用与世界平均对比的条形图立起来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自然资源与生产生活连线活动：一物多源、一源多用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土地资源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土地利用构成饼图读三句：草地多、耕地少、后备不足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土地利用分布挂到干湿区与地形图上：林地找湿润半湿润山地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基本国策拆句讲：“十分珍惜、合理利用土地和切实保护耕地”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讨论耕地红线与占补平衡：数量与质量并重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把太阳能、风能当非可再生资源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认为总量丰富就可以大手大脚浪费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36 / 57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中国的自然资源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考查：土地与水资源的分布、水土配置错位及解决措施（南水北调、保…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水资源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南北水土配置对比柱先读结论：北方地多水少、南方水多地少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时空不均两招对应：修水库解时间不均、跨流域调水解空间不均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南水北调三条线在图上描走向，讲西部资源与东部需求双赢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节水三场景：农业滴灌喷灌、工业循环用水、生活一水多用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总量居世界前列就认为不缺水（人均少且分布不均）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南水北调只解决农业用水（兼顾生活、工业、生态）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37 / 57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中国的自然资源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819" y="1876806"/>
            <a:ext cx="212641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中国土地利用类型构成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扇形图：中国土地利用类型构成（%）。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50" y="4089654"/>
            <a:ext cx="293954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我国南北方水土资源配置对比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分组对比条形图：北方地区对比南方地区（长江流域及以南）。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38 / 57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中国的经济发展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考查：铁路干线选线与运输方式选择、农业因地制宜、工业基地区位分析）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交通运输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从快递时效反推交通“先行官”地位导入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空白图先描后标：三横五纵铁路干线的命名与走向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运输方式选择四问：货物性质、时效要求、距离远近、价格高低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枢纽识别法：多线交汇即枢纽，郑州、兰州、株洲为例证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农业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农业四部门卡片：种植业、林业、畜牧业、渔业各配一景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分布两分界挂图：400毫米线东耕西牧，秦岭—淮河南稻北麦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因地制宜三问：自然条件宜不宜、市场值不值、政策许不许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科技强农举例：杂交水稻、设施农业、无人机植保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所有货运都选最快最贵的方式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五纵三横线条记混（先分南北东西两组再记）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39 / 57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中国的经济发展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中国地理 · 考查：铁路干线选线与运输方式选择、农业因地制宜、工业基地区位分析）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工业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用一部手机产业链拆解工业的“主导”地位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四大工业区图上定位：辽中南、京津唐、沪宁杭、珠江三角洲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高新技术产业三特征：科技含量高、更新快、能耗低，配中关村案例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布局变迁双线讲：产业向中西部转移与沿海升级并行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高新技术产业只有电子行业（还有生物、新能源等）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工业区形成只归因于政策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40 / 57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中国的经济发展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127" y="1876806"/>
            <a:ext cx="255379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中国铁路干线五纵三横描画训练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在空白中国轮廓图上先描三横：京包—包兰线、陇海—兰新线、沪杭—浙赣—湘黔—贵昆线；再描五纵：京哈—京广线、京沪线、京九线、焦柳线、宝成—成昆线；②在干线交汇处圈出枢纽城市：北京、郑州、徐州、株洲、兰州等；③训练任务：设计“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a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96" y="4089654"/>
            <a:ext cx="297285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中国三次产业占GDP比重变化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堆积柱状图或折线图：中国三次产业占GDP比重（%）。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41 / 57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中国的地理差异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考查：四大区域分界线画图与秦岭—淮河一线多重意义，综合题常以南…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自然环境的区域差异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照片墙导入：同一冬季的海南与哈尔滨，找差异说感受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差异四维读图：气温、降水、地形、农业生产方式逐项对照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成因顺推：纬度+海陆+地势→气候差异→植被与生产方式差异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四大地理区域的划分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画线三步：先画400毫米线，再画秦岭—淮河，最后画青藏边缘线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秦岭—淮河五重意义：1月0℃线、800毫米线、温度带、干湿区、水田旱地分界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各区主导因素标注：西北看降水、青藏看地势、北方南方看气温降水组合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差异只归因纬度（海陆与地势同样重要）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把区域差异当成绝对界限（存在过渡带）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42 / 57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D｜第五章 · 中国的地理差异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5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609" y="1876806"/>
            <a:ext cx="3854831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秦岭两侧西安与汉中气候对比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双幅“气温曲线+降水柱状”对比图：左轴气温（℃）、右轴降水（毫米），横轴1—12月，两地点分别位于秦岭以北与以南。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b-5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038" y="4089654"/>
            <a:ext cx="2379973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四大地理区域划分示意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中国轮廓简图上画三条分界线并分区着色：①400毫米年等降水量线（大兴安岭—张家口—兰州—喜马拉雅山东端），分隔西北地区与北方地区；②秦岭—淮河一线，分隔北方地区与南方地区；③昆仑山—祁连山—横断山（青藏高原边缘线），分隔青藏地区与其他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43 / 57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A1｜第六章 · 北方地区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考查：东北农业条件、黄土高原水土流失因果与治理、北京城市职能是…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自然特征与农业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黑土地、黄土地两词导入：颜色—肥力—作物三行对比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温带季风双面影响：春旱威胁与夏季雨热充足并存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旱作农业三配套：作物、熟制、灌溉方式对号入座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熟制南北渐变：两年三熟到一年一熟，用积温解释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“白山黑水”——东北三省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地形骨架画马蹄形：大兴安岭、小兴安岭、长白山环抱东北平原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冷湿成因两问：为什么冷（纬度高近冬季风源地）、为什么湿（蒸发弱、积雪融水）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从“北大荒”到“北大仓”：商品粮基地四条件逐条对图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老工业基地振兴讨论：资源枯竭与产业转型案例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北方缺水只答降水少（叠加春旱、蒸发、用水集中）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熟制差异归因品种（主因热量条件）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44 / 57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A2｜第六章 · 北方地区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考查：东北农业条件、黄土高原水土流失因果与治理、北京城市职能是…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世界最大的黄土堆积区——黄土高原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风成说三证据讲来历：黄土均匀、颗粒随风向变细、迎风坡更厚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水土流失成因分两半：自然（土松、暴雨集中、沟壑纵横）+人为（过垦过牧、开矿）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治理两板斧：生物措施种树种草+工程措施梯田与淤地坝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小流域综合治理图：坡—沟—川分段布设措施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 祖国的首都——北京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城市职能四卡：政治、文化、国际交往、科技创新中心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区位三优：纬度适中、近海不临海、山前平原背山面水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古城“凸”字中轴线与现代保护：新旧分开、突出文脉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京津冀协同：疏解非首都功能，交通、生态、产业三领域先行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水土流失只是自然原因（人为加剧是主因）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治理措施与成因环节不对应（什么环节用什么措施）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45 / 57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D｜第六章 · 北方地区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127" y="1876806"/>
            <a:ext cx="255379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东北三省山河分布与农业条件读图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画法：①画东北三省轮廓，描“山环水绕”马蹄形骨架：西侧大兴安岭、北侧小兴安岭、东侧长白山，环绕东北平原；黑龙江、乌苏里江、图们江、鸭绿江沿国界流过；②标注温度带自南向北过渡：暖温带→中温带→寒温带，对应作物熟制由两年三熟到一年一熟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b-6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92" y="4089654"/>
            <a:ext cx="268126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黄土高原水土流失因果链与治理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土流失因果链（左因中果右治）：上半自然原因框（土质疏松多孔隙、降水集中在7—8月且多暴雨、地表破碎沟壑纵横、植被稀少）+下半人为原因框（过垦过牧、修路采矿破坏地表）→中间框“水土流失”→右侧结果框（土壤肥力下降、河流含沙量大增、地表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46 / 57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A1｜第七章 · 南方地区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考查：长三角区位与辐射带动、港澳与内地合作、台湾自然环境与经济…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自然特征与农业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湿热环境两指标：最冷月均温0℃以上、年降水800毫米以上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红壤改良讲法：酸、瘦、黏三缺点，对应增施有机肥与石灰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水田农业三宝：水稻、油菜、淡水渔业，配“鱼米之乡”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地形差异对比：成都平原“天府之国”与横断山区立体农业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“鱼米之乡”——长江三角洲地区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位置画三条轴线：长江黄金水道、沿海航线、铁路干线，讲“江海交汇”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上海辐射带动三箭头：产业协作、交通网络、人才流动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“同城效应”讲交通提速改变生活方式，用跨城通勤案例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水乡文化旅游：古镇园林的保护与利用平衡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南方水多就没有旱情（有伏旱与季节性干旱）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把红壤肥力差误读为南方农业落后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47 / 57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A2｜第七章 · 南方地区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考查：长三角区位与辐射带动、港澳与内地合作、台湾自然环境与经济…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 “东方明珠”——香港和澳门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两地共性“人多地少”：上天（高层建筑）、下海（填海造地）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合作模式演进：从“前店后厂”到粤港澳大湾区科创与服务联动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经济支柱对比：香港转口贸易与金融，澳门旅游与经济多元化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  祖国的神圣领土——台湾省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范围三组：台湾岛、澎湖列岛、钓鱼岛，图上一一圈画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北回归线穿岛：以南热带季风、以北亚热带季风，山地垂直分异显著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经济转型线：从“进口—加工—出口”到电子信息主导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归属证据链：地缘、血缘、历史、文化四条各举一例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资源匮乏等于经济落后（区位与制度优势可弥补）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港澳与内地合作只有内地受益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48 / 57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D｜第七章 · 南方地区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9781" y="1876806"/>
            <a:ext cx="2412488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长江三角洲辐射带动示意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画长三角辐射带动示意：中心圆“上海（核心城市）”，向外画三条轴线：沿长江轴线（南京—镇江—南通等）、沿杭州湾与沿海轴线（杭州—宁波等）、沿沪杭等铁路轴线；轴线上标城市群节点。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b-7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092" y="4089654"/>
            <a:ext cx="382186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台湾省出口产品结构变化对比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双饼图对比：台湾省出口产品结构变化。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49 / 57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A｜第八章 · 西北地区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考查：干旱成因链与景观递变、绿洲农业与西气东输，重点考“据图说…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自然特征与农业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干旱主因链：深居内陆+山岭阻隔→海洋水汽难达→降水稀少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景观三带递变读图：草原—荒漠草原—荒漠，对应降水自东向西递减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牧区与灌溉农业对照：河套平原、宁夏平原称“塞外江南”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绿洲农业两靠：冰雪融水灌溉+昼夜温差大出瓜果甜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干旱的宝地——塔里木盆地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盆地结构图：高山环抱、沙漠居中、绿洲沿盆地边缘成环状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城镇与交通线沿盆地边缘分布，用水源解释布局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西气东输画双赢：西部资源变收入，东部缓解能源紧张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开发与生态并重：沙漠公路植被带、塔里木河胡杨保护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西北干旱只答“不下雨”（要追到海陆位置）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坎儿井是为了防洪（实为减少蒸发的输水工程）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50 / 57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D｜第八章 · 西北地区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238" y="1876806"/>
            <a:ext cx="2653574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西北干旱成因与景观带递变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西北干旱成因与景观递变链：起点两个框“深居内陆、距海遥远”+“山岭重重阻隔（高原山地阻挡水汽）”→箭头“海洋湿润气流难以到达”→中框“降水自东向西递减（约400毫米→200毫米→50毫米）”→三段色带景观：东部温带草原（呼伦贝尔）→中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b-8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61" y="4089654"/>
            <a:ext cx="2583528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坎儿井结构与输水原理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坎儿井剖面示意：左侧天山山麓带（高山冰雪融水大量下渗入地下），地下暗渠顺地势由高向低输水，沿途每隔一定距离打一口竖井（便于开挖与后期维护），暗渠末端接明渠，引入涝坝（蓄水池）灌溉绿洲农田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51 / 57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A｜第九章 · 青藏地区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考查：高寒对自然环境与生产生活的影响推导、三江源生态保护意义）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自然特征与农业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“高寒”统领全章：海拔→气温→景观与生产的一条推导主线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雪山冰川与大江大河：三江源是“中华水塔”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河谷农业两谷地：雅鲁藏布江谷地与湟水谷地，用热量条件解释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高寒牧区：牦牛“高原之舟”等适应特征与环境连线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高原湿地——三江源地区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三江点名：长江、黄河、澜沧江均发源于此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湿地价值三卡：涵养水源、调蓄洪水、维护生物多样性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生态恶化两因：全球变暖冰川退缩+过牧、盗猎等人类活动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保护措施：退牧还草、禁猎、三江源国家公园体制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青藏只能发展牧业（河谷种植业地位重要）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把高寒归因于纬度高（主因地势高）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52 / 57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D｜第九章 · 青藏地区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94" y="1876806"/>
            <a:ext cx="559966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“高寒”环境的整体性因果网络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青藏高原“高寒”整体性因果网络：中心框“平均海拔4000米以上”，向外辐射四条箭头：①气温低（高寒）→雪山连绵、冰川广布；②冰川融水→长江、黄河、澜沧江发源地（三江源“中华水塔”）；③气候高寒→高寒草甸与草原→牦牛、藏绵羊等适应物种（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53 / 57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A｜第十章 · 中国在世界中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中国地理 · 考查：以图表考查发展成就与人均口径辨析，开放题考全球责任表达）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发展成就与基本国情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成就数据卡导入：制造业规模第一、高铁领先、脱贫攻坚完成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国情定位两口径：总量居世界前列、人均仍处中等偏上水平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区域协调四战略对图：西部开发、东北振兴、中部崛起、东部率先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责任担当与全球合作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全球议题清单：气候变化、减贫、公共卫生各配一例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双碳时间轴：2030年前实现碳达峰、2060年前实现碳中和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“一带一路”五通在图上描线：政策、设施、贸易、资金、民心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全册收束：用“地球村”类比讲人类命运共同体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总量领先即发达国家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用单一指标给国家发展水平下结论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54 / 57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D｜第十章 · 中国在世界中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geography/geo-8b-1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250" y="1876806"/>
            <a:ext cx="293954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中国主要产品产量占世界比重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条形图：中国主要产品产量或里程占世界比重（%）。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geography/geo-8b-10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02" y="4089654"/>
            <a:ext cx="262204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双碳目标与全球合作路径示意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画中国参与全球治理示意：中心圆“人类命运共同体”。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55 / 57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第一章　经纬网定位与地球运动（昼夜交替、直射点、五带）是读图必考，先…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第二章　比例尺换算、方向判定与等高线五部位判读是选择题高频，常兼考剖…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第三章　七大洲四大洋位置轮廓与板块边界判读（张裂/碰撞）必考，常给现…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第四章　气温曲线降水柱状图定型（以温定带、以水定型）与世界分布规律是…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第五章　人口分布图判读与自然增长率计算、聚落与环境关系的主观题表述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第六章　用人均GDP、产业结构等多指标判断发展水平，辨析南北对话与南…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第七章　大洲位置、地形与河流流向互推、气候类型成因归纳，重点考“据图…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第八章　区域位置意义（马六甲、霍尔木兹）、气候定型与资源输出路线是读…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第九章　国家地理特征的因果表述：日本临海工业、俄罗斯大陆性气候与铁路…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第十章　两极自然环境差异比较与极地科考、环保意义，多用对比图表设问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3008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　疆域四至、省级行政区位置轮廓、人口分布线与民族分布是读图基础…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　三级阶梯、温度带干湿区、长江黄河水文与灾害分布是全册最重的考…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　土地与水资源的分布、水土配置错位及解决措施（南水北调、保护耕…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3008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　铁路干线选线与运输方式选择、农业因地制宜、工业基地区位分析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3008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第五章　四大区域分界线画图与秦岭—淮河一线多重意义，综合题常以南北对…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第六章　东北农业条件、黄土高原水土流失因果与治理、北京城市职能是高频…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3008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　长三角区位与辐射带动、港澳与内地合作、台湾自然环境与经济转型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　干旱成因链与景观递变、绿洲农业与西气东输，重点考“据图说因果”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3008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　高寒对自然环境与生产生活的影响推导、三江源生态保护意义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3008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　以图表考查发展成就与人均口径辨析，开放题考全球责任表达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· 初中知识讲解课件 ｜ 九科教辅规范包 v1.0 ｜ 56 / 57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C5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在空白世界板块示意图上，判断地中海、红海、安第斯山脉各处于什么板块边界，并预测其面积或高度的未来趋势。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对比日本与俄罗斯的工业分布图，说出两国工业布局差异，并分别从资源与交通角度加以解释。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7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依据台湾岛地形图与北回归线位置，解释岛上河流短急、树种丰富两个现象的原因。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地理·初中知识讲解课件</dc:title>
  <dc:subject>PptxGenJS Presentation</dc:subject>
  <dc:creator>Wilson</dc:creator>
  <cp:lastModifiedBy>Wilson</cp:lastModifiedBy>
  <cp:revision>1</cp:revision>
  <dcterms:created xsi:type="dcterms:W3CDTF">2026-09-15T20:36:07Z</dcterms:created>
  <dcterms:modified xsi:type="dcterms:W3CDTF">2026-09-15T20:36:07Z</dcterms:modified>
</cp:coreProperties>
</file>