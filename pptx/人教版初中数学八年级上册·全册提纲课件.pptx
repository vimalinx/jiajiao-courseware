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全册提纲导航（教师用）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554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八年级上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905" y="27889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 ｜ 2022年版课程标准修订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184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已核验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98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在用教材：2025 年秋起八年级使用，2026 年秋为现行八上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· lesson_type math-04 单元联系与方法选择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教材身份与课件使用说明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4225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教材身份（已核验）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4225" y="23614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90065" y="23614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 · 人民教育出版社《数学 八年级上册》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4225" y="291007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90065" y="291007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2022年版课程标准修订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4225" y="345871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90065" y="345871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主编：王长平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4225" y="400735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90065" y="400735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人民教育出版社（PDF 共 184 页）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4225" y="455599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目录来源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0065" y="455599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第 6–8 页（目录）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84225" y="510463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90065" y="510463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在用教材：2025 年秋起八年级使用，2026 年秋为现行八上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6929" y="199567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课件使用说明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页码对应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各章标注的课本页码转录自教材目录，可直接对照国家中小学智慧教育平台电子课本定位。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每章两页：A 页“节次导航 + 核心方法”，B 页“学习目标 + 易混警示 + 出口自检”。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出口自检的评价标准只存于 course.json（answer_text）与教师讲稿备注，不出现在放映页。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规范依据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九科教辅规范包 v1.0：16:9 画布、EDITORIAL_ATLAS 主题、R01/R04/R22/R23/R24 配方。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2 / 17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全册知识地图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47150" y="491947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先建联系，再进细节（math-04）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图形与几何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7065" y="204139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十三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第十三章 三角形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三角形的边角关系首次进入推理证明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47350" y="204139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7065" y="247573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第十四章 全等三角形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证明的起点章：判定条件与证明书写规范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47350" y="247573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28–60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7065" y="29100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十五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第十五章 轴对称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对称变换与等腰三角形：性质与判定的双向使用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47350" y="29100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61–96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5" y="339928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数与代数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7065" y="371017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十六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第十六章 整式的乘法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幂的法则与乘法公式：结构识别代替死算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47350" y="371017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97–122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7065" y="414451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十七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第十七章 因式分解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整式乘法的逆变换：结构还原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347350" y="414451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123–136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7065" y="4578858"/>
            <a:ext cx="9235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十八</a:t>
            </a:r>
            <a:pPr indent="0" marL="0">
              <a:buNone/>
            </a:pPr>
            <a:r>
              <a:rPr lang="en-US" sz="17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第十八章 分式</a:t>
            </a:r>
            <a:pPr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字母进分母：基本性质与验根意识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47350" y="457885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137–176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7065" y="5068062"/>
            <a:ext cx="10697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　</a:t>
            </a:r>
            <a:pPr indent="0" marL="0"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确定匀质薄板的重心位置（23 页）　·　最短路径问题（94 页）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3 / 17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A｜第十三章 · 三角形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1–27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三角形的概念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与三角形有关的线段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三角形的内角与外角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为什么要证明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19　·　小结 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三边关系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任意两边之和大于第三边；判定时用“两小边之和与最大边比”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外角定理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外角等于不相邻两个内角之和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2" name="Text 20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前置：七下相交线与平行线 → 本章 → 第十四章全等三角形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4 / 17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B｜第十三章 · 三角形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能用三边关系判断三条线段能否构成三角形（13.1–13.2）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能画出中线、高线与角平分线并说明各自位置特征（13.2）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能用内角和定理与外角性质求角并说明依据（13.3）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高线画成边的垂线段方向出错（钝角三角形高在形外）　；　把邻补角当成外角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长度为 4、6、10 的三条线段能构成三角形吗？写出判断依据；若 ∠A=50°、∠B=60°，求 ∠C 的外角。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5 / 17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A｜第十四章 · 全等三角形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28–60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全等三角形及其性质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三角形全等的判定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信息技术应用 探究三角形全等的条件 46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905" y="291922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角的平分线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3425" y="291922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图说数学史 公理化方法 54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3953" y="352272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56　·　小结 57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对应关系定位法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按书写字母顺序确定对应元素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隐含条件挖掘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公共边、公共角、对顶角是常缺的第三条件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SSA 不可判定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两边及其中一边的对角不能判定全等，要能举反例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6" name="Text 24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前置：第十三章 → 本章 → 第十五章轴对称、八下四边形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6 / 17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B｜第十四章 · 全等三角形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能指出全等三角形的对应边与对应角（14.1）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能按条件选择 SSS、SAS、ASA、AAS 判定全等并规范书写证明（14.2）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能用角平分线的性质与判定解决距离问题（14.3）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误用 SSA 作判定　；　证明书写漏隐含条件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AB=AD，AC=AE，∠BAD=∠CAE，求证 △ABC ≌ △ADE。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7 / 17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A｜第十五章 · 轴对称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61–96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图形的轴对称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画轴对称的图形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等腰三角形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探究与发现 三角形中边与角之间的不等关系 86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88　·　小结 90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对称性质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对应点连线被对称轴垂直平分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三线合一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等腰三角形顶角平分线、底边中线、底边高三线合一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最短路径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作对称点化折为直，再用两点之间线段最短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前置：第十四章 → 本章 → 九上旋转与圆的对称性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8 / 17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B｜第十五章 · 轴对称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能识别轴对称图形并画出对称轴（15.1）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能画轴对称图形，并用轴对称解决最短路径问题（15.2）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能用等腰三角形的性质与判定求角、证线段相等（15.3）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顶角为锐角或钝角时高线位置漏分类　；　等边对等角使用前提（等腰）漏说明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等腰三角形一腰上的高与另一腰的夹角为 30°，求顶角（画图并分类讨论）。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9 / 17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A｜第十六章 · 整式的乘法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97–122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幂的运算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整式的乘法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乘法公式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杨辉三角 118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3953" y="324840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119　·　小结 120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法则同源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幂的四条法则都由乘方意义与分配律推出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公式识别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先看是否符合 a²−b² 或 a±b 结构，再套公式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2" name="Text 20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前置：七上第四章 → 本章 → 第十七章因式分解（互逆）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10 / 17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B｜第十六章 · 整式的乘法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能用同底数幂乘除、幂的乘方、积的乘方法则计算并说明依据（16.1）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能完成单项式、多项式乘法（16.2）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能识别结构并用平方差、完全平方公式简化计算（16.3）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(a+b)² 展开漏中间项 2ab　；　同底数幂相乘把指数相乘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(2x − 3)(2x + 3) − (2x − 1)²。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11 / 17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A｜第十七章 · 因式分解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123–136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用提公因式法分解因式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用公式法分解因式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3953" y="264490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x² + (p+q)x + pq 型式子的因式分解 133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3953" y="2919222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134　·　小结 135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一提二套三查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先提公因式，再套公式，最后检查是否分解彻底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公式逆用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识别平方差与完全平方式的结构特征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19265" y="3888486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7120433" y="3961638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20433" y="4235958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前置：第十六章 → 本章 → 第十八章分式约分、九上一元二次方程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12 / 17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B｜第十七章 · 因式分解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能用提公因式法分解因式（17.1）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能用公式法分解因式，并分解到不能分解为止（17.2）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能说明因式分解与整式乘法互为逆变形（17）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分解不彻底（漏提公因式或漏二次套用）　；　提负号时各项变号不全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分解因式 2x³ − 8x。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13 / 17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A｜第十八章 · 分式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节次导航 · 课本 137–176 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1986534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分式及其基本性质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425" y="198653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905" y="231571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分式的乘法与除法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13425" y="231571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264490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分式的加法与减法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13425" y="264490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953" y="297408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阅读与思考 容器中的水能倒完吗 157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905" y="3248406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整数指数幂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13425" y="324840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905" y="357759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18.5  </a:t>
            </a:r>
            <a:pPr indent="0" marL="0">
              <a:buNone/>
            </a:pPr>
            <a:r>
              <a:rPr lang="en-US" sz="18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分式方程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13425" y="357759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3953" y="3906774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数学活动 170　·　小结 171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1926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19265" y="1986534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20433" y="2059686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基本性质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120433" y="2352294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分子分母同乘（除）一个不为零的整式，值不变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19265" y="2919222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20433" y="2992374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最简公分母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120433" y="3284982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系数取最小公倍数、字母取最高次幂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19265" y="3851910"/>
            <a:ext cx="4662526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20433" y="3925062"/>
            <a:ext cx="4260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分式方程必验根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120433" y="4217670"/>
            <a:ext cx="42601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把解代入最简公分母，为零即增根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919265" y="4821174"/>
            <a:ext cx="4662526" cy="969264"/>
          </a:xfrm>
          <a:prstGeom prst="roundRect">
            <a:avLst>
              <a:gd name="adj" fmla="val 4717"/>
            </a:avLst>
          </a:prstGeom>
          <a:solidFill>
            <a:srgbClr val="E4EAF1"/>
          </a:solidFill>
          <a:ln/>
        </p:spPr>
      </p:sp>
      <p:sp>
        <p:nvSpPr>
          <p:cNvPr id="29" name="Text 27"/>
          <p:cNvSpPr/>
          <p:nvPr/>
        </p:nvSpPr>
        <p:spPr>
          <a:xfrm>
            <a:off x="7120433" y="4894326"/>
            <a:ext cx="4260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联系链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20433" y="5168646"/>
            <a:ext cx="4260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前置：第十七章 → 本章 → 九上反比例函数与方程建模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14 / 17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1828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B｜第十八章 · 分式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学习目标（能完成的动作）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58545" y="2023110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能确定分式有意义与值为零的条件（18.1）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905" y="251688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58545" y="2535174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能利用基本性质约分、通分并完成分式混合运算（18.1–18.3）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09905" y="302895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58545" y="3047238"/>
            <a:ext cx="103318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能解分式方程并检验增根（18.5）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5" y="3687318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F2E3DC"/>
          </a:solidFill>
          <a:ln/>
        </p:spPr>
      </p:sp>
      <p:sp>
        <p:nvSpPr>
          <p:cNvPr id="13" name="Text 11"/>
          <p:cNvSpPr/>
          <p:nvPr/>
        </p:nvSpPr>
        <p:spPr>
          <a:xfrm>
            <a:off x="829361" y="376047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易混警示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9361" y="4034790"/>
            <a:ext cx="105146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解分式方程忘检验　；　通分时负号处理出错　；　负整数指数幂的位置放错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905" y="4748022"/>
            <a:ext cx="10971886" cy="1170432"/>
          </a:xfrm>
          <a:prstGeom prst="roundRect">
            <a:avLst>
              <a:gd name="adj" fmla="val 3906"/>
            </a:avLst>
          </a:prstGeom>
          <a:solidFill>
            <a:srgbClr val="E4EA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1" y="482117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出口自检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9361" y="5095494"/>
            <a:ext cx="105146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解方程 1/(x−1) = 2/(x+1)，并写出检验过程。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1" y="5625846"/>
            <a:ext cx="105146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先独立作答；评价标准见教师手册（course.json · answer_text）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15 / 17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80458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综合与实践与学期安排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73050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905" y="205968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213283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确定匀质薄板的重心位置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23 页　·　第十三章后开展，几何与物理结合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905" y="2882646"/>
            <a:ext cx="1097188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7649" y="2955798"/>
            <a:ext cx="10514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综合与实践 最短路径问题</a:t>
            </a:r>
            <a:pPr indent="0" marL="0">
              <a:buNone/>
            </a:pPr>
            <a:r>
              <a:rPr lang="en-US" sz="13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课本 94 页　·　第十五章后开展，轴对称应用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09905" y="375132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复习节奏建议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7065" y="4089654"/>
            <a:ext cx="10697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期中前：完成前 3 章的知识地图与各章出口自检；期末前：完成其余章节，并用最后一页“全册出口自检”合册过关。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905" y="479374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跨册衔接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7065" y="5132070"/>
            <a:ext cx="106975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章号接七下连续编号（第十三章至第十八章）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《数学 八年级上册》全册提纲课件 ｜ 课本页码依目录转录 ｜ 16 / 17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5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全册出口自检（R24 · 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合上课本完成以下三项任务；先独立作答，再对照教师手册中的评价标准自评。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828800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20116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78585" y="1938528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知识地图重建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凭记忆画出本册知识地图，并说明两条跨章联系（对应各章 A 页“联系链”）。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905" y="2907792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78585" y="3017520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方法卡默写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任选两章默写“核心方法卡”，并为每条方法各举一个例子，写明适用条件。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905" y="3986784"/>
            <a:ext cx="10971886" cy="932688"/>
          </a:xfrm>
          <a:prstGeom prst="roundRect">
            <a:avLst>
              <a:gd name="adj" fmla="val 588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41696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78585" y="4096512"/>
            <a:ext cx="97831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出口题限时完成　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从各章“出口自检”任选 2 题，限时 15 分钟完成，再对照评价标准自评。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905" y="5230368"/>
            <a:ext cx="1097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分支建议：知识地图卡壳 → 回第 3 页重看结构；方法默写卡壳 → 回对应章 A 页；自检出错 → 回对应章 B 页后完成剩余任务。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本页为独立检测页：初始状态不显示任何评价内容（is_assessment）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人教版初中数学八年级上册·全册提纲课件</dc:title>
  <dc:subject>PptxGenJS Presentation</dc:subject>
  <dc:creator>Wilson</dc:creator>
  <cp:lastModifiedBy>Wilson</cp:lastModifiedBy>
  <cp:revision>1</cp:revision>
  <dcterms:created xsi:type="dcterms:W3CDTF">2026-09-15T17:05:20Z</dcterms:created>
  <dcterms:modified xsi:type="dcterms:W3CDTF">2026-09-15T17:05:20Z</dcterms:modified>
</cp:coreProperties>
</file>