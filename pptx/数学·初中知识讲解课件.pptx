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人教版（2022年版课标新修订教材，主用版本）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核心素养：数学抽象 · 逻辑推理 · 数学建模 · 直观想象 · 数学运算 · 数据分析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人教版（2022年版课标新修订教材，主用版本）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人教版（2022年版课标新修订教材，主用版本）（六册（七至九年级上下））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数学抽象、逻辑推理、数学建模、直观想象、数学运算、数据分析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 / 25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有理数与有理数的运算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04465" y="2004822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数系第一次扩张：负数进入运算世界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87230" y="200482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87230" y="200482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9633" y="2334006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整式与一元一次方程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04465" y="2334006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从字母表示数到第一个方程模型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87230" y="233400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87230" y="233400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9633" y="2663190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几何图形初步与相交线平行线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04465" y="2663190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几何语言与推理的起点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87230" y="266319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87230" y="266319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5" y="2992374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3" y="3303270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三角形与全等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04465" y="3303270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证明的起点：判定条件与书写规范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87230" y="330327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7230" y="330327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9633" y="3632454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轴对称与整式乘法因式分解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04465" y="3632454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对称变换与结构还原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87230" y="363245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87230" y="363245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9633" y="3961638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分式与实数、一次函数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04465" y="3961638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字母进分母；函数登场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87230" y="396163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87230" y="396163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9905" y="4290822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3" y="4601718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一元二次方程与二次函数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04465" y="4601718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降次思想与抛物线的数形结合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87230" y="460171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87230" y="460171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19633" y="4930902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圆与旋转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804465" y="4930902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第三种全等变换与圆的性质核心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87230" y="493090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87230" y="493090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9633" y="5260086"/>
            <a:ext cx="10862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相似、锐角三角函数与统计概率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804465" y="5260086"/>
            <a:ext cx="64913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比例放缩、边角定量与随机世界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387230" y="526008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87230" y="526008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3 / 25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A｜第一章 · 有理数与有理数的运算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 · 数与代数 · 考查：绝对值与混合运算为计算题基本盘）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有理数、数轴与绝对值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先用相反意义量引入负数，再统一到数轴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绝对值讲成“到原点的距离”，避免“去负号”记忆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分类按符号与整数/分数两套，训练不重不漏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有理数四则与乘方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法则统一为“先定符号、再算绝对值”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−3² 与 (−3)² 对比突破乘方符号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运算律凑整示范两例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0 既不是正数也不是负数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把绝对值当“去掉负号”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4 / 25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有理数与有理数的运算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00" y="1876806"/>
            <a:ext cx="56146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数轴与绝对值几何意义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数轴-6..6，标出 -3、2 的点，从 -3、2 画到原点的弧线箭头并标注 3、2；原点 0 加粗；标题《绝对值=到原点的距离》。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5 / 25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A｜第二章 · 整式与一元一次方程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 · 数与代数 · 考查：实际问题的方程建模是必考解答题）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代数式与整式加减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列式先译关系、括号保顺序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同类项两同＋去括号变号示范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一元一次方程与实际应用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五步解法逐步板演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建模五字诀：设列解验答，强调验实际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去括号漏变号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移项不变号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6 / 25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整式与一元一次方程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00" y="1876806"/>
            <a:ext cx="56146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方程建模五步流程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横向流程图：实际问题→设未知数→找等量关系→列方程→解方程→检验作答，箭头连接，检验一步用强调色并加注“验实际意义”。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7 / 25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A｜第三章 · 几何图形初步与相交线平行线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 · 图形与几何 · 考查：平行判定与性质互逆为证明入门）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线与角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尺规作图保留痕迹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度分秒六十进制换算示范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相交线、平行线与命题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三线八角 FZU 造型辨认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判定与性质互逆：由角定线 vs 由线定角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度分秒按百进制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判定性质用反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8 / 25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几何图形初步与相交线平行线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471" y="1876806"/>
            <a:ext cx="510750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平行线判定与性质互逆图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两组图：左“角的关系→线平行”（判定），右“线平行→角的关系”（性质），中间双向箭头标“互逆”；用两条平行线截线三线八角小图各配一组同位角/内错角/同旁内角标记。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9 / 25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A｜第四章 · 三角形与全等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 · 图形与几何 · 考查：全等判定选择与证明书写是几何基本盘）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三角形边角关系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三边关系用“两小边之和比最大边”速判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外角定理证明示范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全等三角形判定与角平分线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SSA 不可判定举反例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证明找条件：公共边、对顶角等隐含条件挖掘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钝角三角形高线位置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误用 SSA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10 / 25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三角形与全等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762" y="1876806"/>
            <a:ext cx="549892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五种全等判定正误对照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两列表格风格图：左列 SSS/SAS/ASA/AAS 四个有效判定（绿色对勾），右列 AAA 与 SSA 两个无效（红色叉并配两个不同形状三角形反例示意）。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11 / 25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轴对称与整式乘法因式分解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 · 数与代数 · 考查：乘法公式与因式分解互逆意识）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轴对称与等腰三角形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三线合一条件强调等腰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最短路径化折为直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整式乘法与因式分解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公式识别先看结构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一提二套三查分解彻底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顶角分类漏解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(a+b)²=a²+b²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12 / 25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D｜第五章 · 轴对称与整式乘法因式分解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769" y="1876806"/>
            <a:ext cx="2196511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将军饮马最短路径模型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 l 与同侧两点 A、B：作 A 关于 l 的对称点 A'，连 A'B 交 l 于 P，用虚线展示“化折为直”，标注 AP+PB=A'P+B'P 最小。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math/math-8-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47" y="4089654"/>
            <a:ext cx="283215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平方差公式的几何解释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 a+b 的正方形挖去边长 b 的角（左上），重新拼合为 (a+b)(a−b) 长方形；两图并排，标注面积相等 a²−b²。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13 / 25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A｜第六章 · 分式与实数、一次函数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 · 数与代数 · 考查：分式方程验根与一次函数图象性质）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二次根式、实数与分式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最简二次根式两条件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分式方程必验根示范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一次函数的图象与应用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待定系数法两步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b 图象语言：k 定升降 b 定交点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方案比较找分段点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√(a²)=|a| 丢讨论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k 意义记反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14 / 25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D｜第六章 · 分式与实数、一次函数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803" y="1876806"/>
            <a:ext cx="584884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k、b 对一次函数图象的影响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同一直角坐标系画 y=2x+1（蓝）、y=−2x+1（红）、y=2x−2（灰虚线），标注每条线的走向与 y 轴交点，右侧图例说明 k 决定升降、b 决定截距。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15 / 25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A｜第七章 · 一元二次方程与二次函数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 · 数与代数 · 考查：判别式、图象与方程关系、最值应用）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一元二次方程解法与判别式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选法顺序：开方→分解→配方公式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判根三情形配图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二次函数图象性质与应用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配方顶点式读三要素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平移“左加右减”配两例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实际最值写自变量范围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a≠0 前提漏判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平移方向记反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16 / 25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D｜第七章 · 一元二次方程与二次函数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002" y="1876806"/>
            <a:ext cx="565644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二次函数三要素与平移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坐标系画 y=x²（灰虚线）与 y=(x−2)²+1（蓝实线），标出顶点 (2,1)、对称轴 x=2 虚线、开口箭头；用箭头示意先右移 2 再上移 1；标注 a&gt;0 开口向上。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17 / 25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A｜第八章 · 圆与旋转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 · 图形与几何 · 考查：垂径定理计算与切线证明）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旋转与中心对称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三要素定位作图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中心对称与中心对称图形辨析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圆的性质与直线圆位置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垂径模型：弦心距半径半弦勾股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切线证明两路：连半径证垂直/作垂直证半径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d–r 判定三情形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两概念混淆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垂径两条件缺一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18 / 25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D｜第八章 · 圆与旋转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3" y="1876806"/>
            <a:ext cx="2176703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垂径定理模型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 O 半径 5、弦 AB=8：作 OC⊥AB 于 D，标出 OD（弦心距）、AD=4，虚线连 OA 构成直角三角形，右侧写勾股计算 OD=3；同心标注圆心 O。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math/math-9-8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15" y="4089654"/>
            <a:ext cx="280281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直线与圆三种位置关系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三个小圆并排：相离（d&gt;r）、相切（d=r，标切点与切线）、相交（d&lt;r），每个圆下标注 d 与 r 的数量关系比较式。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19 / 25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A1｜第九章 · 相似、锐角三角函数与统计概率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 · 统计与概率 · 考查：相似判定、解直角三角形应用、树状图求概率）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图形的相似与位似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字 8 字基本图形识别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面积比=相似比平方强调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锐角三角函数与解直角三角形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 cos tan 定义回到直角三角形三边比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仰角俯角应用题画图四步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面积比开方混用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sin 与 cos 记混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20 / 25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A2｜第九章 · 相似、锐角三角函数与统计概率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 · 统计与概率 · 考查：相似判定、解直角三角形应用、树状图求概率）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 概率初步与数据分析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树状图列举不重不漏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方差比较稳定性结合语境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互斥当独立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21 / 25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D｜第九章 · 相似、锐角三角函数与统计概率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157" y="1876806"/>
            <a:ext cx="225373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相似基本图形：A 字型与 8 字型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左右两图：左为 DE∥BC 的 A 字型（△ADE 嵌在 △ABC 顶部），右为 DE∥BC 的 8 字型（两三角形顶点相对），都标出对应角与比例线段。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math/math-9-9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14" y="4089654"/>
            <a:ext cx="318502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解直角三角形测量应用模型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地面水平线、建筑物 CD 垂直地面，测角仪在 A 处标仰角 α 虚线到楼顶 C，标出 AC 视线、水平距离 AD；右侧公式块：CD = AD·tanα。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22 / 25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D｜第九章 · 相似、锐角三角函数与统计概率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9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002" y="1876806"/>
            <a:ext cx="565644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树状图求概率示例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同时抛两枚硬币的树状图：第一层两支（正/反），第二层各两支共四支，末端标 (正,正) 等四结果，“一正一反”两支用强调色标出，右侧写 P=2/4=1/2。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23 / 25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第一章　绝对值与混合运算为计算题基本盘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第二章　实际问题的方程建模是必考解答题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第三章　平行判定与性质互逆为证明入门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第四章　全等判定选择与证明书写是几何基本盘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第五章　乘法公式与因式分解互逆意识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第六章　分式方程验根与一次函数图象性质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第七章　判别式、图象与方程关系、最值应用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第八章　垂径定理计算与切线证明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第九章　相似判定、解直角三角形应用、树状图求概率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初中知识讲解课件 ｜ 九科教辅规范包 v1.0 ｜ 24 / 25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写出“两直线平行，内错角相等”的题设与结论并各用一次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 1/(x−1)=2/(x+1) 并检验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树状图求两枚硬币一正一反概率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数学·初中知识讲解课件</dc:title>
  <dc:subject>PptxGenJS Presentation</dc:subject>
  <dc:creator>Wilson</dc:creator>
  <cp:lastModifiedBy>Wilson</cp:lastModifiedBy>
  <cp:revision>1</cp:revision>
  <dcterms:created xsi:type="dcterms:W3CDTF">2026-09-15T20:26:53Z</dcterms:created>
  <dcterms:modified xsi:type="dcterms:W3CDTF">2026-09-15T20:26:53Z</dcterms:modified>
</cp:coreProperties>
</file>