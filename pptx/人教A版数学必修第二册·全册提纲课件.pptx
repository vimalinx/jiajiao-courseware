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高一下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人教A版 · 人民教育出版社 ｜ 普通高中课程标准（2017年版2020年修订）教材，现行稳定使用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在用教材：高中新课标教材，2025 年秋起全年级覆盖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人教A版 · 人民教育出版社《数学 必修 第二册》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普通高中课程标准（2017年版2020年修订）教材，现行稳定使用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主编：章建跃、李增沪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280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7–8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在用教材：高中新课标教材，2025 年秋起全年级覆盖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2 / 15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向量与复数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第六章 平面向量及其应用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数形兼备的对象：向量让几何问题可算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1–66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第七章 复数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数系再扩张：i 使方程 x²+1=0 有解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67–95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905" y="29649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7065" y="32758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第八章 立体几何初步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把平面几何升到空间：位置关系的判定与性质成对学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47350" y="32758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96–171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5" y="37650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7065" y="40759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第九章 统计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用样本推断总体：抽样的随机性是根基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47350" y="40759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172–226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7065" y="45102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第十章 概率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随机现象的定量刻画：等可能性的辨识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47350" y="45102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227–279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3 / 15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A｜第六章 · 平面向量及其应用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1–66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平面向量的概念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向量及向量符号的由来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平面向量的运算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平面向量基本定理及坐标表示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平面向量的应用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海伦和秦九韶 55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3953" y="385191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57　·　复习参考题6 59　·　数学探究 用向量法研究三角形的性质 63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几何与坐标双轨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作图看结构，坐标算数值，两轨互相校验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基底思想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选定不共线基底，统一表示平面内所有向量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数量积公式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a·b = |a||b|cosθ；a⊥b ⇔ a·b = 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8" name="Text 26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初中几何与必修一三角函数 → 本章 → 第八章立体几何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4 / 15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B｜第六章 · 平面向量及其应用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4995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8545" y="1968246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能区分向量与数量，并用有向线段表示向量（6.1）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905" y="233400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545" y="2352294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能用三角形或平行四边形法则作向量的和与差（6.2）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905" y="27180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8545" y="2736342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能用基底表示向量，并完成向量的坐标运算（6.3）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5" y="310210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8545" y="3120390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能用数量积求夹角与长度，并判断垂直（6.2、6.4）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5" y="348615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8545" y="3504438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能用向量方法研究平面几何的性质（6.4）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961638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2E3DC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1" y="40347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9361" y="4309110"/>
            <a:ext cx="105146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向量没有除法，不能随意约去公因子　；　夹角范围是 [0, π]，符号要结合图形判断　；　共线向量定理漏条件 a ≠ 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905" y="4766310"/>
            <a:ext cx="10971886" cy="987552"/>
          </a:xfrm>
          <a:prstGeom prst="roundRect">
            <a:avLst>
              <a:gd name="adj" fmla="val 463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1" y="483946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9361" y="5113782"/>
            <a:ext cx="105146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a = (1, 2)，b = (x, −1) 且 a ⊥ b，求 x，并求 |a + b|。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361" y="546125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5 / 15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A｜第七章 · 复数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67–95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复数的四则运算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代数基本定理 81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7.3*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复数的三角表示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1 的 n 次方根 91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93　·　复习参考题7 94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分母实数化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除法乘以分母的共轭复数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的幂的周期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i⁴ = 1，按周期化简高次幂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实数系 → 本章 → 方程理论的完善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6 / 15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B｜第七章 · 复数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能说出复数的实部与虚部，并按虚部对复数分类（7.1）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能说明复数与复平面内点的对应关系，并求复数的模（7.1）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能进行复数四则运算，除法会分母实数化（7.2）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（选学）了解复数的三角表示（7.3*）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复数的模与复数本身混淆　；　除法忘记乘共轭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(1+i)/(1−i)，写成代数形式并求模。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7 / 15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A｜第八章 · 立体几何初步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96–171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基本立体图形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立体图形的直观图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画法几何与蒙日 112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简单几何体的表面积与体积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祖暅原理与柱体、锥体的体积 121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905" y="352272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空间点、直线、平面之间的位置关系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13425" y="352272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905" y="385191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空间直线、平面的平行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13425" y="385191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905" y="418109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空间直线、平面的垂直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13425" y="418109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3953" y="451027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欧几里得《原本》与公理化方法 165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3953" y="478459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文献阅读与数学写作* 几何学的发展 166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953" y="50589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167　·　复习参考题8 169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长方体实验场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位置关系判定先在长方体中找反例与正例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判定—性质成对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线面平行的判定与性质互为转化桥梁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垂直转化链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线线垂直 → 线面垂直 → 面面垂直逐级构造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34" name="Text 32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平面向量 → 本章 → 选择性必修空间向量方法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8 / 15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B｜第八章 · 立体几何初步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能辨认基本立体图形，并用斜二测法画直观图（8.1–8.2）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能计算柱、锥、台、球的表面积与体积（8.3）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能用符号语言表示空间点、线、面的位置关系（8.4）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能用判定定理与性质定理证明线面平行、线面垂直（8.5–8.6）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判定定理条件缺一（如直线须在平面外）　；　直观图中的长度与实际长度混淆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求证：若 a ⊥ α，b ∥ α，则 a ⊥ b。写出每一步所用的定理。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9 / 15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A｜第九章 · 统计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172–226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随机抽样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如何得到敏感性问题的诚实反应 185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3953" y="259003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统计软件的应用 190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905" y="286435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用样本估计总体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86435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319354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统计学在军事中的应用——二战时德国坦克总量的估计问题 210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46786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大数据 218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905" y="374218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统计案例 公司员工的体重指数调查分析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13425" y="374218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3953" y="407136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222　·　复习参考题9 224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分层抽样按比例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各层抽取数 = 层内个体数 × 抽样比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直方图三读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 = 组距 × 纵坐标（纵轴为频率/组距）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初中统计 → 本章 → 概率与选择性必修统计案例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10 / 15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B｜第九章 · 统计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能设计简单随机抽样与分层抽样方案，并说明各自适用的情形（9.1）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能用频率分布直方图估计总体的分布与百分位数（9.2）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能计算样本平均数、方差（含分层加权）并作出解释（9.2）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能读懂统计案例并评价其方法（9.3）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直方图纵轴忘除以组距　；　分层抽样比例算反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480 人（男 200、女 280）中抽 60 人，设计分层抽样方案并写出各层人数。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11 / 15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A｜第十章 · 概率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227–279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随机事件与概率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事件的相互独立性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频率与概率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孟德尔遗传规律 262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 264　·　复习参考题10 266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古典概型两条件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样本空间有限且各样本点等可能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互斥与独立辨析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互斥是“不能同时发生”，独立是“互不影响”，两码事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列表与树状图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两步试验列举不重不漏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→ 本章 → 选择性必修计数原理与随机变量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12 / 15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B｜第十章 · 概率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能区分互斥事件与对立事件，并用加法公式计算概率（10.1）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能用古典概型计算概率，列举时保证有限且等可能（10.1）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能判断两个事件是否独立，并用乘法公式计算（10.2）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能用频率估计概率，并解释频率的稳定性（10.3）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把互斥当独立　；　误判等可能性（如只看点数和的取值个数）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同时掷两枚均匀骰子，求点数之和为 7 的概率，说明你的列举方式。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13 / 15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本册无“综合与实践”独立条目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905" y="210540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44373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905" y="314782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7065" y="348615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选择性必修第一册（空间向量与立体几何、直线与圆、圆锥曲线）以本册向量与立体几何为直接前置。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选择性必修第二册（计数原理、随机变量及其分布）承接本册概率；选择性必修第三册承接本册统计。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必修 第二册》全册提纲课件 ｜ 课本页码依目录转录 ｜ 14 / 15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人教A版数学必修第二册·全册提纲课件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