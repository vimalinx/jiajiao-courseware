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全册提纲导航（教师用）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554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高一上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905" y="2788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人教A版 · 人民教育出版社 ｜ 普通高中课程标准（2017年版2020年修订）教材，现行稳定使用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已核验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在用教材：高中新课标教材 2025 年秋起全年级覆盖，无新一轮换版部署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· lesson_type math-04 单元联系与方法选择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教材身份与课件使用说明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4225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教材身份（已核验）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4225" y="23614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90065" y="23614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人教A版 · 人民教育出版社《数学 必修 第一册》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4225" y="291007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90065" y="291007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普通高中课程标准（2017年版2020年修订）教材，现行稳定使用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4225" y="345871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0065" y="345871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主编：章建跃、李增沪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4225" y="400735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90065" y="400735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人民教育出版社（PDF 共 270 页）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4225" y="455599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0065" y="455599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第 7–8 页（目录）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4225" y="51046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90065" y="51046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在用教材：高中新课标教材 2025 年秋起全年级覆盖，无新一轮换版部署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6929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课件使用说明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页码对应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各章标注的课本页码转录自教材目录，可直接对照国家中小学智慧教育平台电子课本定位。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每章两页：A 页“节次导航 + 核心方法”，B 页“学习目标 + 易混警示 + 出口自检”。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出口自检的评价标准只存于 course.json（answer_text）与教师讲稿备注，不出现在放映页。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九科教辅规范包 v1.0：16:9 画布、EDITORIAL_ATLAS 主题、R01/R04/R22/R23/R24 配方。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2 / 15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全册知识地图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47150" y="49194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先建联系，再进细节（math-04）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预备知识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7065" y="204139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第一章 集合与常用逻辑用语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高中数学的形式语言：集合与逻辑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47350" y="204139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7065" y="24757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第二章 一元二次函数、方程和不等式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三个二次的关系：高中不等式的模型底座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47350" y="24757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36–58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905" y="296494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7065" y="32758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第三章 函数的概念与性质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集合对应观下的函数：单调性与奇偶性的严格化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47350" y="32758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59–102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7065" y="37101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第四章 指数函数与对数函数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两类基本初等函数：底数分类讨论是主线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47350" y="37101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103–166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7065" y="41445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第五章 三角函数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单位圆统一起居：定义、诱导公式、图象变换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47350" y="41445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167–266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7065" y="4633722"/>
            <a:ext cx="10697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　</a:t>
            </a:r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数学建模 建立函数模型解决实际问题（162 页）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3 / 15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A｜第一章 · 集合与常用逻辑用语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1–35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集合间的基本关系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集合的基本运算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集合中元素的个数 15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905" y="324840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充分条件与必要条件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13425" y="324840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3953" y="357759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几何命题与充分条件、必要条件 24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905" y="385191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全称量词与存在量词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13425" y="385191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3953" y="4181094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33　·　复习参考题1 34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Venn 图与数轴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集合运算的直觉工具，先画后算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充要判定互推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分别检验 p⇒q 与 q⇒p 两个方向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量词否定两步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换量词（∀↔∃），再否定结论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30" name="Text 28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初中代数语言 → 本章 → 全套高中教材的公共语言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4 / 15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B｜第一章 · 集合与常用逻辑用语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能用列举法、描述法表示集合，并判断元素与集合的关系（1.1）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能求两个集合的交集、并集与补集，并用 Venn 图或数轴解释（1.3）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能写出命题的充分、必要、充要条件并说明判断依据（1.4）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能写出含全称量词或存在量词命题的否定（1.5）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 ∈ 与 ⊆ 混用　；　否定命题只否定结论不换量词　；　涉及子集时不讨论空集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写出命题 p：∃x∈R，x²+2x+2=0 的否定，并判断其真假。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5 / 15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A｜第二章 · 一元二次函数、方程和不等式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36–58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等式性质与不等式性质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基本不等式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二次函数与一元二次方程、不等式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56　·　复习参考题2 57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基本不等式三条件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一正、二定、三相等，缺一不可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三个二次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二次函数图象统一方程的根与不等式的解集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1" name="Text 19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→ 本章 → 第三章函数与全学段不等式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6 / 15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B｜第二章 · 一元二次函数、方程和不等式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能用作差法比较大小并说明所用的不等式性质（2.1）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能用基本不等式求最值，并验证等号成立的条件（2.2）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能借助二次函数图象解一元二次不等式，说明解集与判别式的关系（2.3）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用基本不等式漏验证等号能否取到　；　分式不等式直接去分母（未讨论分母符号）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x &gt; 0，求 x + 4/x 的最小值，并写明等号成立的条件。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7 / 15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A｜第三章 · 函数的概念与性质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59–102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函数的概念及其表示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函数概念的发展历程 75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函数的基本性质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用计算机绘制函数图象 87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5" y="319354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幂函数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319354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3953" y="352272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探究函数 y = x + 1/x 的图象与性质 92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905" y="379704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函数的应用（一）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13425" y="379704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3953" y="412623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文献阅读与数学写作* 函数的形成与发展 97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3953" y="440055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99　·　复习参考题3 100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定义法证单调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 → 作差 → 变形 → 定号，四步缺一不可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奇偶性先查定义域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定义域关于原点对称是前提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7" name="Text 25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→ 本章 → 第四、五章指对幂与三角函数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8 / 15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B｜第三章 · 函数的概念与性质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能用集合间的对应叙述函数概念，会求简单函数的定义域与值域（3.1）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能用定义证明函数的单调性、奇偶性（3.2）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能借助奇偶性说明图象的对称特征并简化作图（3.2）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能用一次、二次函数模型解决简单应用问题（3.4）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用特殊值代替任意性证单调　；　分段函数奇偶性漏检验某一段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用定义证明 f(x) = x + 1/x 在 (1, +∞) 上单调递增。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9 / 15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A｜第四章 · 指数函数与对数函数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103–166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指数函数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放射性物质的衰减 115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探究指数函数的性质 120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5" y="319354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319354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3953" y="352272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对数的发明 128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905" y="379704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对数函数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13425" y="379704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3953" y="412623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互为反函数的两个函数图象间的关系 135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905" y="440055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函数的应用（二）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13425" y="440055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3953" y="4729734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中外历史上的方程求解 147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3953" y="5004054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文献阅读与数学写作* 对数概念的形成与发展 157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3953" y="5278374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158　·　复习参考题4 159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底数分类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0&lt;a&lt;1 与 a&gt;1 分别对应减、增，讨论后再下结论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中间量比较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0、1 比较是异底异指大小判断的第一落点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换底公式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统一底数后再比较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34" name="Text 32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→ 本章 → 第五章三角函数、必修二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10 / 15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B｜第四章 · 指数函数与对数函数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能进行指数与对数式的运算化简（4.1、4.3）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能画指数函数、对数函数的图象，并按底数分类说明性质（4.2、4.4）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能借助中间量或换底公式比较幂值与对数值的大小（4.2–4.4）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能用指数、对数模型解决增长与衰减问题并比较模型（4.5）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对数真数必须为正，定义域漏查　；　底数未分类就写单调性　；　增长模型（线性/指数）混用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1.5^0.3、0.8^1.2、log₂0.7 的大小，并说明每一步所用的函数性质。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11 / 15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A｜第五章 · 三角函数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167–266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任意角和弧度制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三角函数的概念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三角学与天文学 186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诱导公式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905" y="324840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三角函数的图象与性质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13425" y="324840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3953" y="357759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函数 y = Asin(ωx+φ) 及 y = Acos(ωx+φ) 的周期 203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3953" y="385191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利用单位圆的性质研究正弦函数、余弦函数的性质 208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905" y="412623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三角恒等变换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13425" y="412623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3953" y="4455414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利用信息技术制作三角函数表 224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9905" y="47297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 y = Asin(ωx+φ)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13425" y="47297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905" y="50589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5.7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三角函数的应用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13425" y="50589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3953" y="53881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振幅、周期、频率、相位 250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3953" y="56624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251　·　复习参考题5 253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单位圆定义贯穿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符号、诱导公式、周期性都回到单位圆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五点法作图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 ωx+φ 依次取 0、π/2、π、3π/2、2π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变换顺序辨析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先周期后相位与先相位后周期，横坐标伸缩对象不同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37" name="Text 35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初中锐角三角比 → 本章 → 必修二向量与解三角形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12 / 15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B｜第五章 · 三角函数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4995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8545" y="1968246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能进行角度与弧度互化，并用弧度制求弧长与扇形面积（5.1）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905" y="233400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8545" y="2352294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能用单位圆定义三角函数并判断在各象限的符号（5.2）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905" y="271805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8545" y="2736342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能用诱导公式化简求值（5.3）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9905" y="310210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8545" y="3120390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能画正弦、余弦、正切函数图象并写出性质（5.4）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9905" y="348615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8545" y="3504438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能用五点法与图象变换分析 y = Asin(ωx+φ)（5.6）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9905" y="387019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8545" y="3888486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能用三角恒等变换化简与求值，并解简谐运动类应用（5.5、5.7）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9905" y="434568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2E3DC"/>
          </a:solidFill>
          <a:ln/>
        </p:spPr>
      </p:sp>
      <p:sp>
        <p:nvSpPr>
          <p:cNvPr id="19" name="Text 17"/>
          <p:cNvSpPr/>
          <p:nvPr/>
        </p:nvSpPr>
        <p:spPr>
          <a:xfrm>
            <a:off x="829361" y="441883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9361" y="4693158"/>
            <a:ext cx="105146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弧度与角度混用　；　诱导公式“奇变偶不变、符号看象限”用错　；　变换顺序对 φ 的影响判断错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9905" y="5150358"/>
            <a:ext cx="10971886" cy="987552"/>
          </a:xfrm>
          <a:prstGeom prst="roundRect">
            <a:avLst>
              <a:gd name="adj" fmla="val 4630"/>
            </a:avLst>
          </a:prstGeom>
          <a:solidFill>
            <a:srgbClr val="E4EAF1"/>
          </a:solidFill>
          <a:ln/>
        </p:spPr>
      </p:sp>
      <p:sp>
        <p:nvSpPr>
          <p:cNvPr id="22" name="Text 20"/>
          <p:cNvSpPr/>
          <p:nvPr/>
        </p:nvSpPr>
        <p:spPr>
          <a:xfrm>
            <a:off x="829361" y="522351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9361" y="5497830"/>
            <a:ext cx="105146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说明由 y = sin x 的图象经哪两步变换可得 y = 2sin(2x + π/3)，并指出两种顺序的差异。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9361" y="5845302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13 / 15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综合与实践与学期安排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05968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213283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数学建模 建立函数模型解决实际问题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162 页　·　第四章后开展，独立建模条目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09905" y="292836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复习节奏建议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7065" y="3266694"/>
            <a:ext cx="10697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期中前：完成前 3 章的知识地图与各章出口自检；期末前：完成其余章节，并用最后一页“全册出口自检”合册过关。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397078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跨册衔接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7065" y="4309110"/>
            <a:ext cx="106975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本册函数主线（指数函数、对数函数、三角函数）在必修二向量与解三角形中直接应用。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数学建模条目（课本 162 页）衔接选择性必修课程中的建模主题活动。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第一册》全册提纲课件 ｜ 课本页码依目录转录 ｜ 14 / 15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全册出口自检（R24 · 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合上课本完成以下三项任务；先独立作答，再对照教师手册中的评价标准自评。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828800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20116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78585" y="1938528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知识地图重建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凭记忆画出本册知识地图，并说明两条跨章联系（对应各章 A 页“联系链”）。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905" y="2907792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78585" y="3017520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方法卡默写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任选两章默写“核心方法卡”，并为每条方法各举一个例子，写明适用条件。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905" y="3986784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41696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78585" y="4096512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出口题限时完成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从各章“出口自检”任选 2 题，限时 15 分钟完成，再对照评价标准自评。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905" y="5230368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分支建议：知识地图卡壳 → 回第 3 页重看结构；方法默写卡壳 → 回对应章 A 页；自检出错 → 回对应章 B 页后完成剩余任务。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本页为独立检测页：初始状态不显示任何评价内容（is_assessment）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人教A版数学必修第一册·全册提纲课件</dc:title>
  <dc:subject>PptxGenJS Presentation</dc:subject>
  <dc:creator>Wilson</dc:creator>
  <cp:lastModifiedBy>Wilson</cp:lastModifiedBy>
  <cp:revision>1</cp:revision>
  <dcterms:created xsi:type="dcterms:W3CDTF">2026-09-15T17:05:20Z</dcterms:created>
  <dcterms:modified xsi:type="dcterms:W3CDTF">2026-09-15T17:05:20Z</dcterms:modified>
</cp:coreProperties>
</file>