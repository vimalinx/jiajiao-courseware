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九年级上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 ｜ 2022年版课程标准修订（2026 年秋九年级起全部使用）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年秋本届九年级（2024 级）全程用新教材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人民教育出版社《数学 九年级上册》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2022年版课程标准修订（2026 年秋九年级起全部使用）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主编：王长平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186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6–8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在用教材：2026 年秋本届九年级（2024 级）全程用新教材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二十五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第二十五章 一元二次方程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降次思想：配方法沟通代数与几何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二十六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第二十六章 二次函数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数形结合的核心章：用函数观点看抛物线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29–62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065" y="29100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二十七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第二十七章 反比例函数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k 的几何意义与双曲线：增减性表述要带前提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47350" y="29100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63–90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3992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二十八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第二十八章 旋转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第三种全等变换：旋转三要素与中心对称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91–112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二十九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第二十九章 圆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圆的性质核心章：垂径定理与圆周角定理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113–146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7065" y="457885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第三十章 直线与圆的位置关系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位置关系的数量化：d 与 r 的比较、切线与内切圆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47350" y="457885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147–172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065" y="506806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高铁列车运行中的数量关系（87 页）　·　生活中的优化问题（173 页）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A｜第二十五章 · 一元二次方程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1–28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一元二次方程的概念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降次——解一元二次方程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一元二次方程与黄金分割数 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实际问题与一元二次方程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25　·　小结 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二次项系数化为 1 后配方；是推导求根公式的基础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通用方法，先化一般式再算判别式 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因式分解法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能分解时最快，核心是降次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前置：一元一次方程、完全平方公式 → 本章 → 第二十六章二次函数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B｜第二十五章 · 一元二次方程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能识别一元二次方程并指出二次项系数、一次项系数与常数项（25.1）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能按条件选择配方法、公式法或因式分解法解方程，并说明选择理由（25.2）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能用根的判别式判断根的情况，能用根与系数的关系作检验（25.2）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能对增长率、面积等问题建立方程模型并检验根的实际意义（25.3）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忽略二次项系数不等于零的条件　；　公式法未先化成一般式　；　应用题的根不检验实际意义（负根、超出范围）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不解方程，判断 2x² − 3x − 1 = 0 的根的情况并说明理由；若两根为 x₁、x₂，直接写出 x₁+x₂ 与 x₁x₂。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A｜第二十六章 · 二次函数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29–62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二次函数的图象和性质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二次函数与一元二次方程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905" y="297408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实际问题与二次函数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13425" y="297408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3953" y="330327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生活中的抛物线 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3953" y="3577590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58　·　小结 59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配方成顶点式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 = a(x−h)² + k 直接读顶点与最值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平移变换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左加右减、上加下减，注意先说清基准图象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数形结合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判别式的符号对应图象与 x 轴交点个数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7" name="Text 25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前置：第二十五章、八下函数 → 本章 → 高中二次函数与不等式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B｜第二十六章 · 二次函数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能由表达式识别二次函数，并指出开口方向、对称轴与顶点（26.1–26.2）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能用描点法与平移变换画图象，说明系数 a 的作用（26.2）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能用图象法估计一元二次方程的近似解并说明依据（26.3）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能建立利润、面积等二次函数模型求最值并回答实际限制（26.4）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的符号与最值方向弄反　；　平移方向记反　；　实际最值忽略自变量取值范围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y = 2(x−1)² − 3 的开口方向、对称轴与顶点，并说明它由 y = 2x² 经过怎样的平移得到。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A｜第二十七章 · 反比例函数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63–90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反比例函数的概念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反比例函数的图象和性质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实际问题与反比例函数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生活中的反比例函数 82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83　·　小结 84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待定系数法求 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代一点即定 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的几何意义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过双曲线上任一点向坐标轴作垂线，矩形面积为 |k|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增减性表述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必须说清“在每一支上”，双曲线不整体单调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前置：一次函数、二次函数 → 本章 → 高中幂函数与反函数思想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B｜第二十七章 · 反比例函数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能识别反比例函数并写出自变量取值范围（27.1）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能画双曲线图象，并按 k 的符号归纳增减性（27.2）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 k = xy 的矩形面积模型解释几何意义并解决实际问题（27.2–27.3）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增减性丢掉“每一支上”的前提　；　忽略自变量 x ≠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 y = 3/x 的草图，说明 y 随 x 的变化情况，并标出一个体现 k 的几何意义的矩形。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A｜第二十八章 · 旋转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91–112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图形的旋转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全等变换 97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中心对称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旋转对称图形 106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3953" y="319354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探索反比例函数图象的对称性 107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46786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108　·　小结 109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三要素定位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旋转中心、旋转方向、旋转角缺一不可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旋转性质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对应点到旋转中心的距离相等，对应点与中心连线夹角等于旋转角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原点对称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关于原点中心对称的两点坐标互为相反数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前置：七下平移、八上轴对称 → 本章 → 第二十九章圆的对称性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B｜第二十八章 · 旋转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能按要求画出旋转后的图形，并指出旋转中心、方向与旋转角（28.1）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能说明旋转的基本性质并用其分析图案（28.1）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能区分中心对称图形与两图形成中心对称，并说明判断依据（28.2）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混淆“中心对称图形”与“两图形成中心对称”　；　旋转角找错对应边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在方格纸上把 △ABC 绕定点顺时针旋转 90°，画出图形并写出两条性质依据。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A｜第二十九章 · 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113–146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圆的有关概念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等宽曲线 121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圆的有关性质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弧长和扇形面积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140　·　小结 142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垂径模型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弦心距、半径、半弦构成直角三角形，勾股求解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同弧等角转化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圆周角与圆心角互化，同弧所对圆周角相等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直径构造直角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直径所对的圆周角是直角，用于构造直角三角形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前置：旋转与对称 → 本章 → 第三十章直线与圆的位置关系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B｜第二十九章 · 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能结合图形说出圆的有关概念（29.1）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能运用垂径定理及推论进行计算与证明（29.2）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能辨析圆心角与圆周角的关系定理并用于求角（29.2）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能用公式计算弧长与扇形面积（29.3）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垂径定理“过圆心且垂直于弦”两个条件缺一不可　；　圆周角定理用错所对的弧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圆的半径为 5，弦 AB = 8，求圆心到弦的距离，并说明所用定理与作图辅助线。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A｜第三十章 · 直线与圆的位置关系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147–172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直线与圆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3953" y="231571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圆与圆的位置关系 156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905" y="259003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三角形的内切圆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13425" y="259003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正多边形与圆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圆周率的计算 166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168　·　小结 169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d–r 判定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相离 d&gt;r、相切 d=r、相交 d&lt;r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切线证明两路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有交点连半径证垂直；无交点作垂直证半径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内心与外心对比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内切圆圆心是角平分线交点，外接圆圆心是垂直平分线交点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6" name="Text 24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前置：第二十九章 → 本章 → 九下相似与三角函数中的圆问题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B｜第三十章 · 直线与圆的位置关系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682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8545" y="19865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能用圆心到直线的距离 d 与半径 r 的关系判定直线与圆的位置（30.1）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905" y="24254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8545" y="24437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能判定切线，并选用切线的性质或判定定理完成证明（30.1）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9905" y="28826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8545" y="29009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能画三角形的内切圆并说明圆心由角平分线交点确定（30.2）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333984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8545" y="3358134"/>
            <a:ext cx="10331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能作圆的内接正多边形并计算相关弧长与面积（30.3）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905" y="3906774"/>
            <a:ext cx="10971886" cy="804672"/>
          </a:xfrm>
          <a:prstGeom prst="roundRect">
            <a:avLst>
              <a:gd name="adj" fmla="val 5682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1" y="39799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9361" y="42542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混淆内切圆与外接圆的圆心确定方式　；　切线长定理使用前提不交代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905" y="4821174"/>
            <a:ext cx="10971886" cy="1024128"/>
          </a:xfrm>
          <a:prstGeom prst="roundRect">
            <a:avLst>
              <a:gd name="adj" fmla="val 4464"/>
            </a:avLst>
          </a:prstGeom>
          <a:solidFill>
            <a:srgbClr val="E4EA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361" y="489432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9361" y="5168646"/>
            <a:ext cx="105146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△ABC 中 ∠A = 50°，O 是内心，求 ∠BOC，写出完整推理链。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1" y="5552694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高铁列车运行中的数量关系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87 页　·　第二十六或二十七章后开展，函数视角看行程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生活中的优化问题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173 页　·　期末前综合，最值问题收束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章号接八下连续编号（第二十五章至第三十章）；圆与直线圆位置关系已移入九上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九年级上册》全册提纲课件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人教版初中数学九年级上册·全册提纲课件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