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全册提纲导航（教师用）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554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八年级下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09905" y="27889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 · 人民教育出版社 ｜ 2022年版课程标准修订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206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已核验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在用教材：2026 年春起八年级下册使用，2026 年秋为现行八下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· lesson_type math-04 单元联系与方法选择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教材身份与课件使用说明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4225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教材身份（已核验）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4225" y="23614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90065" y="23614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 · 人民教育出版社《数学 八年级下册》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4225" y="291007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90065" y="291007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2022年版课程标准修订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4225" y="345871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90065" y="345871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主编：王长平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4225" y="400735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90065" y="400735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人民教育出版社（PDF 共 206 页）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84225" y="455599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目录来源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90065" y="455599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第 6–8 页（目录）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84225" y="51046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90065" y="51046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在用教材：2026 年春起八年级下册使用，2026 年秋为现行八下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16929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课件使用说明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页码对应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各章标注的课本页码转录自教材目录，可直接对照国家中小学智慧教育平台电子课本定位。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每章两页：A 页“节次导航 + 核心方法”，B 页“学习目标 + 易混警示 + 出口自检”。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答案隔离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出口自检的评价标准只存于 course.json（answer_text）与教师讲稿备注，不出现在放映页。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规范依据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九科教辅规范包 v1.0：16:9 画布、EDITORIAL_ATLAS 主题、R01/R04/R22/R23/R24 配方。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2 / 17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全册知识地图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47150" y="491947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先建联系，再进细节（math-04）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7065" y="204139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十九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第十九章 二次根式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非负数的算术平方根：化简贯穿始终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47350" y="204139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1–21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7065" y="247573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二十二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第二十二章 函数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变量之间的单值对应：函数概念的正式建立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47350" y="247573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89–112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7065" y="291007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二十三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第二十三章 一次函数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第一个函数模型：k 与 b 的图象语言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47350" y="291007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113–147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905" y="339928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图形与几何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7065" y="371017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第二十章 勾股定理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直角三角形的定量刻画：正用与逆用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47350" y="371017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22–44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7065" y="414451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二十一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第二十一章 四边形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从平行四边形到正方形：判定链上的加条件游戏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347350" y="414451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45–88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905" y="463372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统计与概率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7065" y="494461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二十四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第二十四章 数据的分析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集中趋势与离散程度：为数据选对统计量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47350" y="494461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148–201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7065" y="5433822"/>
            <a:ext cx="10697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　</a:t>
            </a:r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音乐与数学（143 页）　·　学生体质健康调查与分析（193 页）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3 / 17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A｜第十九章 · 二次根式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1–21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二次根式及其性质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二次根式的乘法与除法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二次根式的加法与减法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3953" y="297408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海伦-秦九韶公式 17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18　·　小结 19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最简二次根式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被开方数不含能开尽的因数、不含分母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先化简后合并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加减的本质是合并同类二次根式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2" name="Text 20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前置：七下实数 → 本章 → 第二十章勾股定理及九年级计算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4 / 17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B｜第十九章 · 二次根式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能判断二次根式有意义的条件并化简二次根式（19.1）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能用乘除法则化简并说明性质成立的条件（19.2）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能识别同类二次根式并完成加减运算（19.3）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√(a²) = |a| 丢绝对值讨论　；　乘除法则中 a≥0、b≥0 的条件漏写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化简 √12 + √27。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5 / 17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A｜第二十章 · 勾股定理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22–44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勾股定理及其应用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勾股定理的证明 32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勾股定理的逆定理及其应用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3953" y="291922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图说数学史 数学瑰宝——勾股定理 39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93953" y="319354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41　·　小结 42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勾股定理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直角三角形中两直角边的平方和等于斜边的平方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逆定理判定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先找最大边，验证最大边² 与其余两边平方和的关系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1" name="Text 19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前置：第十九章 → 本章 → 九上圆中计算、高中解三角形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6 / 17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B｜第二十章 · 勾股定理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能用勾股定理求直角三角形边长（20.1）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能用勾股定理的逆定理判定直角三角形（20.2）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能解决实际测量问题并说明建模过程（20.1–20.2）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斜边未按最长边认定　；　逆定理叙述丢“平方和相等”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判断边长 6、8、10 与 5、6、8 的三角形是否为直角三角形，写出依据。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7 / 17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A｜第二十一章 · 四边形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45–88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四边形及多边形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用多边形镶嵌平面 54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平行四边形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29192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特殊的平行四边形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3425" y="291922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利用菱形的性质和判定尺规作图 82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3953" y="352272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83　·　小结 85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判定链条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平行四边形 → 加一个条件得矩形或菱形 → 再加条件得正方形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对角线主线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特殊平行四边形的性质与判定优先看对角线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3" name="Text 21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前置：七下平行线、八上全等 → 本章 → 九上相似与投影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8 / 17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B｜第二十一章 · 四边形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能用多边形内角和公式求角度（21.1）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能用平行四边形的性质与判定进行证明和计算（21.2）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能辨析矩形、菱形、正方形的联系与判定条件（21.3）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判定条件缺一（如“对角线互相垂直平分”才判定菱形）　；　性质与判定混用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求证：对角线互相垂直的平行四边形是菱形。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9 / 17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A｜第二十二章 · 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89–112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函数的概念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图说数学史 函数概念的探索之路 98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函数的表示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3953" y="291922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110　·　小结 111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单值对应是本质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x 值对应唯一 y 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取值范围三类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分母不为零、二次根式被开方数非负、实际意义限制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前置：七上代数式、九上坐标系基础 → 本章 → 第二十三章一次函数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10 / 17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B｜第二十二章 · 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能举出函数实例，并用解析式、列表、图象三种方式表示函数（22.1–22.2）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能确定自变量的取值范围并求函数值（22.1）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能从函数图象读取信息、描述变化过程（22.2）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求取值范围漏实际限制　；　描述图象变化时不指明自变量区间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 y = √(x−2) + 1/x 的自变量取值范围。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11 / 17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A｜第二十三章 · 一次函数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113–147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一次函数的概念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一次函数的图象和性质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3953" y="264490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信息技术应用 探究函数的图象和性质 125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905" y="29192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一次函数与方程(组)、不等式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3425" y="291922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905" y="324840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23.4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实际问题与一次函数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13425" y="324840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3953" y="357759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138　·　小结 139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两点定直线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取两个方便的点画图象；待定系数法求解析式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数形结合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定升降、b 定与 y 轴交点；交点即方程组的解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方案决策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比较两函数值大小，找分段点前后不同结论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7" name="Text 25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前置：第二十二章 → 本章 → 九上二次函数与反比例函数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12 / 17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B｜第二十三章 · 一次函数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682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545" y="19865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能用待定系数法求一次函数解析式（23.1）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905" y="24254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8545" y="24437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能画图象并说明 k、b 对图象的影响（23.2）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905" y="28826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8545" y="29009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能用图象解释一次函数与方程（组）、不等式的关系（23.3）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33398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545" y="33581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能建立分段或方案比较模型并作出决策（23.4）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905" y="3906774"/>
            <a:ext cx="10971886" cy="804672"/>
          </a:xfrm>
          <a:prstGeom prst="roundRect">
            <a:avLst>
              <a:gd name="adj" fmla="val 5682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1" y="39799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9361" y="42542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待定系数代入时坐标写反　；　分段函数的分段点归属不说明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821174"/>
            <a:ext cx="10971886" cy="1024128"/>
          </a:xfrm>
          <a:prstGeom prst="roundRect">
            <a:avLst>
              <a:gd name="adj" fmla="val 4464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1" y="48943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361" y="51686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一次函数图象过 (1, 2) 与 (2, 5)，求解析式，并说明 y 随 x 的变化情况。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1" y="555269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13 / 17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A｜第二十四章 · 数据的分析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148–201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数据的集中趋势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信息技术应用 利用统计软件求统计量 166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数据的离散程度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29192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数据的四分位数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3425" y="291922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905" y="324840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24.4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数据的分组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13425" y="324840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3953" y="357759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大数据及其应用 186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3953" y="385191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188　·　小结 189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中位数先排序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有极端值时优先考虑中位数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方差衡量波动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方差越小越稳定；加权平均按权重计算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5" name="Text 23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前置：七下第十二章 → 本章 → 高中统计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14 / 17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B｜第二十四章 · 数据的分析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能选择平均数、中位数、众数描述集中趋势并说明选择理由（24.1）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能用方差（加权）比较两组数据的稳定性（24.2）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能用四分位数与分组方法分析数据分布（24.3–24.4）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有极端值仍盲目用平均数　；　方差比较脱离具体语境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两组成绩平均分相同，用什么统计量判断稳定性？计算并比较方差后下结论。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15 / 17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综合与实践与学期安排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059686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2132838"/>
            <a:ext cx="10514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 音乐与数学</a:t>
            </a:r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课本 143 页　·　第二十三章后开展，频率与比例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9905" y="2882646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7649" y="2955798"/>
            <a:ext cx="10514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 学生体质健康调查与分析</a:t>
            </a:r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课本 193 页　·　期末综合，统计全流程实践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09905" y="375132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复习节奏建议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7065" y="4089654"/>
            <a:ext cx="10697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期中前：完成前 3 章的知识地图与各章出口自检；期末前：完成其余章节，并用最后一页“全册出口自检”合册过关。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479374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跨册衔接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7065" y="5132070"/>
            <a:ext cx="106975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章号接八上连续编号（第十九章至第二十四章）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八年级下册》全册提纲课件 ｜ 课本页码依目录转录 ｜ 16 / 17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全册出口自检（R24 · 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合上课本完成以下三项任务；先独立作答，再对照教师手册中的评价标准自评。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828800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20116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78585" y="1938528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知识地图重建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凭记忆画出本册知识地图，并说明两条跨章联系（对应各章 A 页“联系链”）。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905" y="2907792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78585" y="3017520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方法卡默写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任选两章默写“核心方法卡”，并为每条方法各举一个例子，写明适用条件。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9905" y="3986784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41696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78585" y="4096512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出口题限时完成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从各章“出口自检”任选 2 题，限时 15 分钟完成，再对照评价标准自评。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905" y="5230368"/>
            <a:ext cx="109718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分支建议：知识地图卡壳 → 回第 3 页重看结构；方法默写卡壳 → 回对应章 A 页；自检出错 → 回对应章 B 页后完成剩余任务。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本页为独立检测页：初始状态不显示任何评价内容（is_assessment）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人教版初中数学八年级下册·全册提纲课件</dc:title>
  <dc:subject>PptxGenJS Presentation</dc:subject>
  <dc:creator>Wilson</dc:creator>
  <cp:lastModifiedBy>Wilson</cp:lastModifiedBy>
  <cp:revision>1</cp:revision>
  <dcterms:created xsi:type="dcterms:W3CDTF">2026-09-15T17:05:20Z</dcterms:created>
  <dcterms:modified xsi:type="dcterms:W3CDTF">2026-09-15T17:05:20Z</dcterms:modified>
</cp:coreProperties>
</file>